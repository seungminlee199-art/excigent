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69"/>
    <a:srgbClr val="006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EFCEA8-9FB1-484F-A298-A5C3DB7A18E3}" v="13" dt="2026-05-14T17:59:47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Soto" userId="84032d2b565e64fc" providerId="LiveId" clId="{9A2C9DD7-C8BF-4FAB-AC4A-7523068EDCCC}"/>
    <pc:docChg chg="modSld">
      <pc:chgData name="Jennifer Soto" userId="84032d2b565e64fc" providerId="LiveId" clId="{9A2C9DD7-C8BF-4FAB-AC4A-7523068EDCCC}" dt="2026-05-14T17:59:47.176" v="182" actId="478"/>
      <pc:docMkLst>
        <pc:docMk/>
      </pc:docMkLst>
      <pc:sldChg chg="delSp modSp">
        <pc:chgData name="Jennifer Soto" userId="84032d2b565e64fc" providerId="LiveId" clId="{9A2C9DD7-C8BF-4FAB-AC4A-7523068EDCCC}" dt="2026-05-14T17:59:47.176" v="182" actId="478"/>
        <pc:sldMkLst>
          <pc:docMk/>
          <pc:sldMk cId="2500859296" sldId="257"/>
        </pc:sldMkLst>
        <pc:picChg chg="del">
          <ac:chgData name="Jennifer Soto" userId="84032d2b565e64fc" providerId="LiveId" clId="{9A2C9DD7-C8BF-4FAB-AC4A-7523068EDCCC}" dt="2026-05-14T17:59:45.045" v="180" actId="478"/>
          <ac:picMkLst>
            <pc:docMk/>
            <pc:sldMk cId="2500859296" sldId="257"/>
            <ac:picMk id="2049" creationId="{E8443C6F-D987-699C-8D07-83ED8F7DD7EF}"/>
          </ac:picMkLst>
        </pc:picChg>
        <pc:picChg chg="del">
          <ac:chgData name="Jennifer Soto" userId="84032d2b565e64fc" providerId="LiveId" clId="{9A2C9DD7-C8BF-4FAB-AC4A-7523068EDCCC}" dt="2026-05-14T17:59:47.176" v="182" actId="478"/>
          <ac:picMkLst>
            <pc:docMk/>
            <pc:sldMk cId="2500859296" sldId="257"/>
            <ac:picMk id="2050" creationId="{C221494A-F34E-97C9-265C-D8F54206655F}"/>
          </ac:picMkLst>
        </pc:picChg>
        <pc:picChg chg="del">
          <ac:chgData name="Jennifer Soto" userId="84032d2b565e64fc" providerId="LiveId" clId="{9A2C9DD7-C8BF-4FAB-AC4A-7523068EDCCC}" dt="2026-05-14T17:59:46.073" v="181" actId="478"/>
          <ac:picMkLst>
            <pc:docMk/>
            <pc:sldMk cId="2500859296" sldId="257"/>
            <ac:picMk id="2051" creationId="{41A9F842-0BEF-1414-70E3-E341CFA70FDF}"/>
          </ac:picMkLst>
        </pc:picChg>
        <pc:picChg chg="del">
          <ac:chgData name="Jennifer Soto" userId="84032d2b565e64fc" providerId="LiveId" clId="{9A2C9DD7-C8BF-4FAB-AC4A-7523068EDCCC}" dt="2026-05-14T17:59:43.037" v="179" actId="478"/>
          <ac:picMkLst>
            <pc:docMk/>
            <pc:sldMk cId="2500859296" sldId="257"/>
            <ac:picMk id="2052" creationId="{6669F8E9-BE09-B4FC-B41A-BFA6D0C9B99C}"/>
          </ac:picMkLst>
        </pc:picChg>
        <pc:picChg chg="del">
          <ac:chgData name="Jennifer Soto" userId="84032d2b565e64fc" providerId="LiveId" clId="{9A2C9DD7-C8BF-4FAB-AC4A-7523068EDCCC}" dt="2026-05-14T17:59:40.003" v="178" actId="478"/>
          <ac:picMkLst>
            <pc:docMk/>
            <pc:sldMk cId="2500859296" sldId="257"/>
            <ac:picMk id="2053" creationId="{1BB997D9-CE06-54D7-A9BD-47F5B7C7477C}"/>
          </ac:picMkLst>
        </pc:picChg>
        <pc:picChg chg="del">
          <ac:chgData name="Jennifer Soto" userId="84032d2b565e64fc" providerId="LiveId" clId="{9A2C9DD7-C8BF-4FAB-AC4A-7523068EDCCC}" dt="2026-05-14T17:59:39.180" v="177" actId="478"/>
          <ac:picMkLst>
            <pc:docMk/>
            <pc:sldMk cId="2500859296" sldId="257"/>
            <ac:picMk id="2054" creationId="{97DD2D02-B17C-7D02-13D7-EEF4717B1B37}"/>
          </ac:picMkLst>
        </pc:picChg>
        <pc:picChg chg="del">
          <ac:chgData name="Jennifer Soto" userId="84032d2b565e64fc" providerId="LiveId" clId="{9A2C9DD7-C8BF-4FAB-AC4A-7523068EDCCC}" dt="2026-05-14T17:59:36.448" v="176" actId="478"/>
          <ac:picMkLst>
            <pc:docMk/>
            <pc:sldMk cId="2500859296" sldId="257"/>
            <ac:picMk id="2055" creationId="{6FC8BDB4-D034-96A7-9A42-9405E072322F}"/>
          </ac:picMkLst>
        </pc:picChg>
        <pc:picChg chg="del mod">
          <ac:chgData name="Jennifer Soto" userId="84032d2b565e64fc" providerId="LiveId" clId="{9A2C9DD7-C8BF-4FAB-AC4A-7523068EDCCC}" dt="2026-05-14T17:50:11.017" v="171" actId="478"/>
          <ac:picMkLst>
            <pc:docMk/>
            <pc:sldMk cId="2500859296" sldId="257"/>
            <ac:picMk id="2056" creationId="{19BC3E71-C22A-9458-29C0-BA3E5E681E31}"/>
          </ac:picMkLst>
        </pc:picChg>
        <pc:picChg chg="del mod">
          <ac:chgData name="Jennifer Soto" userId="84032d2b565e64fc" providerId="LiveId" clId="{9A2C9DD7-C8BF-4FAB-AC4A-7523068EDCCC}" dt="2026-05-14T17:50:07.251" v="170" actId="478"/>
          <ac:picMkLst>
            <pc:docMk/>
            <pc:sldMk cId="2500859296" sldId="257"/>
            <ac:picMk id="2057" creationId="{A38EEC9F-CACB-39AD-36D5-869B93D6AD3C}"/>
          </ac:picMkLst>
        </pc:picChg>
      </pc:sldChg>
      <pc:sldChg chg="modSp mod">
        <pc:chgData name="Jennifer Soto" userId="84032d2b565e64fc" providerId="LiveId" clId="{9A2C9DD7-C8BF-4FAB-AC4A-7523068EDCCC}" dt="2026-05-14T17:50:30.411" v="173" actId="113"/>
        <pc:sldMkLst>
          <pc:docMk/>
          <pc:sldMk cId="1358088436" sldId="260"/>
        </pc:sldMkLst>
        <pc:spChg chg="mod">
          <ac:chgData name="Jennifer Soto" userId="84032d2b565e64fc" providerId="LiveId" clId="{9A2C9DD7-C8BF-4FAB-AC4A-7523068EDCCC}" dt="2026-05-14T17:50:30.411" v="173" actId="113"/>
          <ac:spMkLst>
            <pc:docMk/>
            <pc:sldMk cId="1358088436" sldId="260"/>
            <ac:spMk id="3" creationId="{47701531-C688-B098-242C-C5564F7CAE8C}"/>
          </ac:spMkLst>
        </pc:spChg>
      </pc:sldChg>
      <pc:sldChg chg="modSp mod">
        <pc:chgData name="Jennifer Soto" userId="84032d2b565e64fc" providerId="LiveId" clId="{9A2C9DD7-C8BF-4FAB-AC4A-7523068EDCCC}" dt="2026-05-14T17:50:40.832" v="175" actId="113"/>
        <pc:sldMkLst>
          <pc:docMk/>
          <pc:sldMk cId="4151306430" sldId="261"/>
        </pc:sldMkLst>
        <pc:spChg chg="mod">
          <ac:chgData name="Jennifer Soto" userId="84032d2b565e64fc" providerId="LiveId" clId="{9A2C9DD7-C8BF-4FAB-AC4A-7523068EDCCC}" dt="2026-05-14T17:50:40.832" v="175" actId="113"/>
          <ac:spMkLst>
            <pc:docMk/>
            <pc:sldMk cId="4151306430" sldId="261"/>
            <ac:spMk id="5" creationId="{7C29D807-CCD9-6353-FB3D-BE8A72792756}"/>
          </ac:spMkLst>
        </pc:spChg>
        <pc:spChg chg="mod">
          <ac:chgData name="Jennifer Soto" userId="84032d2b565e64fc" providerId="LiveId" clId="{9A2C9DD7-C8BF-4FAB-AC4A-7523068EDCCC}" dt="2026-05-14T17:50:37.988" v="174" actId="113"/>
          <ac:spMkLst>
            <pc:docMk/>
            <pc:sldMk cId="4151306430" sldId="261"/>
            <ac:spMk id="6" creationId="{C7AE2FAF-94F4-A26D-1E63-AC757A39CFA2}"/>
          </ac:spMkLst>
        </pc:spChg>
      </pc:sldChg>
      <pc:sldChg chg="addSp modSp mod">
        <pc:chgData name="Jennifer Soto" userId="84032d2b565e64fc" providerId="LiveId" clId="{9A2C9DD7-C8BF-4FAB-AC4A-7523068EDCCC}" dt="2026-05-12T20:39:43.426" v="167" actId="20577"/>
        <pc:sldMkLst>
          <pc:docMk/>
          <pc:sldMk cId="3247218673" sldId="265"/>
        </pc:sldMkLst>
        <pc:spChg chg="add mod">
          <ac:chgData name="Jennifer Soto" userId="84032d2b565e64fc" providerId="LiveId" clId="{9A2C9DD7-C8BF-4FAB-AC4A-7523068EDCCC}" dt="2026-05-12T20:39:43.426" v="167" actId="20577"/>
          <ac:spMkLst>
            <pc:docMk/>
            <pc:sldMk cId="3247218673" sldId="265"/>
            <ac:spMk id="4" creationId="{DC590F74-6FBF-2183-3ADB-64990B19B5EC}"/>
          </ac:spMkLst>
        </pc:spChg>
        <pc:picChg chg="mod">
          <ac:chgData name="Jennifer Soto" userId="84032d2b565e64fc" providerId="LiveId" clId="{9A2C9DD7-C8BF-4FAB-AC4A-7523068EDCCC}" dt="2026-05-12T20:37:54.347" v="0" actId="1076"/>
          <ac:picMkLst>
            <pc:docMk/>
            <pc:sldMk cId="3247218673" sldId="265"/>
            <ac:picMk id="5122" creationId="{31E25CE7-659E-E150-C57C-B52B0026BA1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5C9EC-8B23-4864-9A42-A813988463E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18B015-6D09-4449-A444-8ED004824CDD}">
      <dgm:prSet phldrT="[Text]" phldr="0" custT="1"/>
      <dgm:spPr/>
      <dgm:t>
        <a:bodyPr/>
        <a:lstStyle/>
        <a:p>
          <a:r>
            <a:rPr lang="en-US" sz="700" dirty="0"/>
            <a:t>HOME</a:t>
          </a:r>
        </a:p>
      </dgm:t>
    </dgm:pt>
    <dgm:pt modelId="{5AA860E4-B69C-418D-ADAB-80763C0E10DA}" type="parTrans" cxnId="{3CB17322-88B0-4856-8689-244FD87AC605}">
      <dgm:prSet/>
      <dgm:spPr/>
      <dgm:t>
        <a:bodyPr/>
        <a:lstStyle/>
        <a:p>
          <a:endParaRPr lang="en-US"/>
        </a:p>
      </dgm:t>
    </dgm:pt>
    <dgm:pt modelId="{51464956-5FF9-44D4-AA4D-AA7A2C57D8DA}" type="sibTrans" cxnId="{3CB17322-88B0-4856-8689-244FD87AC605}">
      <dgm:prSet/>
      <dgm:spPr/>
      <dgm:t>
        <a:bodyPr/>
        <a:lstStyle/>
        <a:p>
          <a:endParaRPr lang="en-US"/>
        </a:p>
      </dgm:t>
    </dgm:pt>
    <dgm:pt modelId="{28CF8ED0-A459-48A7-A51A-B85C1934ED7A}">
      <dgm:prSet phldrT="[Text]" phldr="0" custT="1"/>
      <dgm:spPr/>
      <dgm:t>
        <a:bodyPr/>
        <a:lstStyle/>
        <a:p>
          <a:r>
            <a:rPr lang="en-US" sz="700" dirty="0"/>
            <a:t>About us</a:t>
          </a:r>
        </a:p>
      </dgm:t>
    </dgm:pt>
    <dgm:pt modelId="{425F841F-37F6-4956-9542-04AFAF711258}" type="parTrans" cxnId="{14F6B207-9228-4EDC-A8C2-758ED94D70F0}">
      <dgm:prSet/>
      <dgm:spPr/>
      <dgm:t>
        <a:bodyPr/>
        <a:lstStyle/>
        <a:p>
          <a:endParaRPr lang="en-US"/>
        </a:p>
      </dgm:t>
    </dgm:pt>
    <dgm:pt modelId="{3C769091-DEA2-4E43-8543-C522B6737CCE}" type="sibTrans" cxnId="{14F6B207-9228-4EDC-A8C2-758ED94D70F0}">
      <dgm:prSet/>
      <dgm:spPr/>
      <dgm:t>
        <a:bodyPr/>
        <a:lstStyle/>
        <a:p>
          <a:endParaRPr lang="en-US"/>
        </a:p>
      </dgm:t>
    </dgm:pt>
    <dgm:pt modelId="{1356D003-798B-448A-BCF4-6EB21832F13C}">
      <dgm:prSet phldrT="[Text]" phldr="0" custT="1"/>
      <dgm:spPr/>
      <dgm:t>
        <a:bodyPr/>
        <a:lstStyle/>
        <a:p>
          <a:r>
            <a:rPr lang="en-US" sz="700" dirty="0"/>
            <a:t>Who we are</a:t>
          </a:r>
        </a:p>
      </dgm:t>
    </dgm:pt>
    <dgm:pt modelId="{7C817A81-3DFE-42BA-BC94-C2ECF5488C83}" type="parTrans" cxnId="{F78320F8-EE0A-4FD5-8778-60B2E7E0F54F}">
      <dgm:prSet/>
      <dgm:spPr/>
      <dgm:t>
        <a:bodyPr/>
        <a:lstStyle/>
        <a:p>
          <a:endParaRPr lang="en-US"/>
        </a:p>
      </dgm:t>
    </dgm:pt>
    <dgm:pt modelId="{89605539-A25F-4D8E-84B8-699FEB0A0A47}" type="sibTrans" cxnId="{F78320F8-EE0A-4FD5-8778-60B2E7E0F54F}">
      <dgm:prSet/>
      <dgm:spPr/>
      <dgm:t>
        <a:bodyPr/>
        <a:lstStyle/>
        <a:p>
          <a:endParaRPr lang="en-US"/>
        </a:p>
      </dgm:t>
    </dgm:pt>
    <dgm:pt modelId="{5501B20F-CFDD-429C-AA32-63D1B9F031C9}">
      <dgm:prSet phldrT="[Text]" phldr="0" custT="1"/>
      <dgm:spPr/>
      <dgm:t>
        <a:bodyPr/>
        <a:lstStyle/>
        <a:p>
          <a:r>
            <a:rPr lang="en-US" sz="700" dirty="0"/>
            <a:t>Why companies engage us</a:t>
          </a:r>
        </a:p>
      </dgm:t>
    </dgm:pt>
    <dgm:pt modelId="{3C5AB3B5-6DD6-4AE6-8203-2ACBE79C2C9F}" type="parTrans" cxnId="{FA4EA545-5E5C-4C56-8DE8-761AB5AF900A}">
      <dgm:prSet/>
      <dgm:spPr/>
      <dgm:t>
        <a:bodyPr/>
        <a:lstStyle/>
        <a:p>
          <a:endParaRPr lang="en-US"/>
        </a:p>
      </dgm:t>
    </dgm:pt>
    <dgm:pt modelId="{3D41DF60-D82D-4966-9FF8-7FBC82F9AD3A}" type="sibTrans" cxnId="{FA4EA545-5E5C-4C56-8DE8-761AB5AF900A}">
      <dgm:prSet/>
      <dgm:spPr/>
      <dgm:t>
        <a:bodyPr/>
        <a:lstStyle/>
        <a:p>
          <a:endParaRPr lang="en-US"/>
        </a:p>
      </dgm:t>
    </dgm:pt>
    <dgm:pt modelId="{12B7D35A-15F3-4291-BF8B-6D1FEAB75335}">
      <dgm:prSet phldrT="[Text]" phldr="0" custT="1"/>
      <dgm:spPr/>
      <dgm:t>
        <a:bodyPr/>
        <a:lstStyle/>
        <a:p>
          <a:r>
            <a:rPr lang="en-US" sz="700" dirty="0"/>
            <a:t>Territories/Markets</a:t>
          </a:r>
        </a:p>
      </dgm:t>
    </dgm:pt>
    <dgm:pt modelId="{D8A8EA81-268F-41E0-8802-D459AD227D87}" type="parTrans" cxnId="{C60D22EF-54BA-4699-A057-A2B4697A8B09}">
      <dgm:prSet/>
      <dgm:spPr/>
      <dgm:t>
        <a:bodyPr/>
        <a:lstStyle/>
        <a:p>
          <a:endParaRPr lang="en-US"/>
        </a:p>
      </dgm:t>
    </dgm:pt>
    <dgm:pt modelId="{1956F6EC-09F6-4B70-925D-909225455E6A}" type="sibTrans" cxnId="{C60D22EF-54BA-4699-A057-A2B4697A8B09}">
      <dgm:prSet/>
      <dgm:spPr/>
      <dgm:t>
        <a:bodyPr/>
        <a:lstStyle/>
        <a:p>
          <a:endParaRPr lang="en-US"/>
        </a:p>
      </dgm:t>
    </dgm:pt>
    <dgm:pt modelId="{82592E13-E97B-4B67-AF6E-7D00A4123368}">
      <dgm:prSet phldrT="[Text]" phldr="0" custT="1"/>
      <dgm:spPr/>
      <dgm:t>
        <a:bodyPr/>
        <a:lstStyle/>
        <a:p>
          <a:r>
            <a:rPr lang="en-US" sz="700" dirty="0"/>
            <a:t>Interactive map to highlight coverage</a:t>
          </a:r>
        </a:p>
      </dgm:t>
    </dgm:pt>
    <dgm:pt modelId="{8E56E5C0-28C6-49D7-8E7B-B70A3AB9C7D9}" type="parTrans" cxnId="{0DD6C293-CB8C-41FD-8EB3-720FD308F8F4}">
      <dgm:prSet/>
      <dgm:spPr/>
      <dgm:t>
        <a:bodyPr/>
        <a:lstStyle/>
        <a:p>
          <a:endParaRPr lang="en-US"/>
        </a:p>
      </dgm:t>
    </dgm:pt>
    <dgm:pt modelId="{D13CD132-5CB6-4018-A995-9D7DDA751C55}" type="sibTrans" cxnId="{0DD6C293-CB8C-41FD-8EB3-720FD308F8F4}">
      <dgm:prSet/>
      <dgm:spPr/>
      <dgm:t>
        <a:bodyPr/>
        <a:lstStyle/>
        <a:p>
          <a:endParaRPr lang="en-US"/>
        </a:p>
      </dgm:t>
    </dgm:pt>
    <dgm:pt modelId="{38883F51-62C9-4128-ADE5-1B3F493D0223}">
      <dgm:prSet phldrT="[Text]" phldr="0" custT="1"/>
      <dgm:spPr/>
      <dgm:t>
        <a:bodyPr/>
        <a:lstStyle/>
        <a:p>
          <a:r>
            <a:rPr lang="en-US" sz="700" dirty="0"/>
            <a:t>How is done</a:t>
          </a:r>
        </a:p>
      </dgm:t>
    </dgm:pt>
    <dgm:pt modelId="{E73F0230-F72A-44F0-B8E0-CA21012D6113}" type="parTrans" cxnId="{510502B3-2DB2-49AB-859E-9EAFCE606B7D}">
      <dgm:prSet/>
      <dgm:spPr/>
      <dgm:t>
        <a:bodyPr/>
        <a:lstStyle/>
        <a:p>
          <a:endParaRPr lang="en-US"/>
        </a:p>
      </dgm:t>
    </dgm:pt>
    <dgm:pt modelId="{6795EBE2-D6E3-4A52-B22F-C74DF2B60183}" type="sibTrans" cxnId="{510502B3-2DB2-49AB-859E-9EAFCE606B7D}">
      <dgm:prSet/>
      <dgm:spPr/>
      <dgm:t>
        <a:bodyPr/>
        <a:lstStyle/>
        <a:p>
          <a:endParaRPr lang="en-US"/>
        </a:p>
      </dgm:t>
    </dgm:pt>
    <dgm:pt modelId="{62593CD7-C81D-443C-9B11-2118E34C8C12}">
      <dgm:prSet phldrT="[Text]" phldr="0" custT="1"/>
      <dgm:spPr/>
      <dgm:t>
        <a:bodyPr/>
        <a:lstStyle/>
        <a:p>
          <a:r>
            <a:rPr lang="en-US" sz="700" dirty="0"/>
            <a:t>Leadership</a:t>
          </a:r>
        </a:p>
      </dgm:t>
    </dgm:pt>
    <dgm:pt modelId="{42947071-C523-49E3-AACE-04F14D45DF92}" type="parTrans" cxnId="{92BD4DDE-282C-48EA-B0FB-E90B551BE585}">
      <dgm:prSet/>
      <dgm:spPr/>
      <dgm:t>
        <a:bodyPr/>
        <a:lstStyle/>
        <a:p>
          <a:endParaRPr lang="en-US"/>
        </a:p>
      </dgm:t>
    </dgm:pt>
    <dgm:pt modelId="{B10175C4-CD83-426D-9EF0-D5BCE786925D}" type="sibTrans" cxnId="{92BD4DDE-282C-48EA-B0FB-E90B551BE585}">
      <dgm:prSet/>
      <dgm:spPr/>
      <dgm:t>
        <a:bodyPr/>
        <a:lstStyle/>
        <a:p>
          <a:endParaRPr lang="en-US"/>
        </a:p>
      </dgm:t>
    </dgm:pt>
    <dgm:pt modelId="{8BE455D6-72F1-45FC-B634-2FCE34F850F4}">
      <dgm:prSet phldrT="[Text]" phldr="0" custT="1"/>
      <dgm:spPr/>
      <dgm:t>
        <a:bodyPr/>
        <a:lstStyle/>
        <a:p>
          <a:r>
            <a:rPr lang="en-US" sz="700"/>
            <a:t>Services</a:t>
          </a:r>
          <a:endParaRPr lang="en-US" sz="700" dirty="0"/>
        </a:p>
      </dgm:t>
    </dgm:pt>
    <dgm:pt modelId="{CC63F0E1-19E7-41B8-BC06-07590C6E2CBE}" type="parTrans" cxnId="{05A54516-75D1-407B-9BEC-0F40A4D11267}">
      <dgm:prSet/>
      <dgm:spPr/>
      <dgm:t>
        <a:bodyPr/>
        <a:lstStyle/>
        <a:p>
          <a:endParaRPr lang="en-US"/>
        </a:p>
      </dgm:t>
    </dgm:pt>
    <dgm:pt modelId="{C7F4E219-39E1-4CE0-8073-E8ECEB4EBC44}" type="sibTrans" cxnId="{05A54516-75D1-407B-9BEC-0F40A4D11267}">
      <dgm:prSet/>
      <dgm:spPr/>
      <dgm:t>
        <a:bodyPr/>
        <a:lstStyle/>
        <a:p>
          <a:endParaRPr lang="en-US"/>
        </a:p>
      </dgm:t>
    </dgm:pt>
    <dgm:pt modelId="{AC889446-BB94-4E0E-9CD8-F3CB964CB3A5}">
      <dgm:prSet phldrT="[Text]" phldr="0" custT="1"/>
      <dgm:spPr/>
      <dgm:t>
        <a:bodyPr/>
        <a:lstStyle/>
        <a:p>
          <a:r>
            <a:rPr lang="en-US" sz="700" dirty="0"/>
            <a:t>Channel &amp; Business development</a:t>
          </a:r>
        </a:p>
      </dgm:t>
    </dgm:pt>
    <dgm:pt modelId="{6B6370F4-69E3-429E-90A5-42807C52DF24}" type="parTrans" cxnId="{DAF9AEF3-1F4C-4D47-9A86-2C00BFDE556D}">
      <dgm:prSet/>
      <dgm:spPr/>
      <dgm:t>
        <a:bodyPr/>
        <a:lstStyle/>
        <a:p>
          <a:endParaRPr lang="en-US"/>
        </a:p>
      </dgm:t>
    </dgm:pt>
    <dgm:pt modelId="{FEF77D84-3EE0-4AC0-A132-C0140F69B8BE}" type="sibTrans" cxnId="{DAF9AEF3-1F4C-4D47-9A86-2C00BFDE556D}">
      <dgm:prSet/>
      <dgm:spPr/>
      <dgm:t>
        <a:bodyPr/>
        <a:lstStyle/>
        <a:p>
          <a:endParaRPr lang="en-US"/>
        </a:p>
      </dgm:t>
    </dgm:pt>
    <dgm:pt modelId="{DCBB8027-66B2-4F12-B65B-2C3611F4775F}">
      <dgm:prSet phldrT="[Text]" phldr="0" custT="1"/>
      <dgm:spPr/>
      <dgm:t>
        <a:bodyPr/>
        <a:lstStyle/>
        <a:p>
          <a:r>
            <a:rPr lang="en-US" sz="700" dirty="0"/>
            <a:t>Market positioning</a:t>
          </a:r>
        </a:p>
      </dgm:t>
    </dgm:pt>
    <dgm:pt modelId="{77A2DAFA-27A4-476B-8E15-7F1F533A196C}" type="parTrans" cxnId="{C3851010-874A-40E5-BA35-354E721B7E8C}">
      <dgm:prSet/>
      <dgm:spPr/>
      <dgm:t>
        <a:bodyPr/>
        <a:lstStyle/>
        <a:p>
          <a:endParaRPr lang="en-US"/>
        </a:p>
      </dgm:t>
    </dgm:pt>
    <dgm:pt modelId="{B55F6477-7B27-4078-B504-74A8B1D8B77D}" type="sibTrans" cxnId="{C3851010-874A-40E5-BA35-354E721B7E8C}">
      <dgm:prSet/>
      <dgm:spPr/>
      <dgm:t>
        <a:bodyPr/>
        <a:lstStyle/>
        <a:p>
          <a:endParaRPr lang="en-US"/>
        </a:p>
      </dgm:t>
    </dgm:pt>
    <dgm:pt modelId="{032E3B14-6CE4-40C6-A587-54AC0983D934}">
      <dgm:prSet phldrT="[Text]" phldr="0" custT="1"/>
      <dgm:spPr/>
      <dgm:t>
        <a:bodyPr/>
        <a:lstStyle/>
        <a:p>
          <a:r>
            <a:rPr lang="en-US" sz="700" dirty="0"/>
            <a:t>Marketing, visibility and support</a:t>
          </a:r>
        </a:p>
      </dgm:t>
    </dgm:pt>
    <dgm:pt modelId="{9C11F7A2-FF02-4FFE-907C-61FA902E5A43}" type="parTrans" cxnId="{B51BD3F9-E203-4148-8DB9-344A0DCC0F35}">
      <dgm:prSet/>
      <dgm:spPr/>
      <dgm:t>
        <a:bodyPr/>
        <a:lstStyle/>
        <a:p>
          <a:endParaRPr lang="en-US"/>
        </a:p>
      </dgm:t>
    </dgm:pt>
    <dgm:pt modelId="{7B4B7FA1-F573-4CFF-B4CE-F95FDC14ACCE}" type="sibTrans" cxnId="{B51BD3F9-E203-4148-8DB9-344A0DCC0F35}">
      <dgm:prSet/>
      <dgm:spPr/>
      <dgm:t>
        <a:bodyPr/>
        <a:lstStyle/>
        <a:p>
          <a:endParaRPr lang="en-US"/>
        </a:p>
      </dgm:t>
    </dgm:pt>
    <dgm:pt modelId="{48481C0F-B822-471F-8E73-2BB938D4651D}">
      <dgm:prSet phldrT="[Text]" phldr="0" custT="1"/>
      <dgm:spPr/>
      <dgm:t>
        <a:bodyPr/>
        <a:lstStyle/>
        <a:p>
          <a:r>
            <a:rPr lang="en-US" sz="700"/>
            <a:t>Products/Partners</a:t>
          </a:r>
          <a:endParaRPr lang="en-US" sz="700" dirty="0"/>
        </a:p>
      </dgm:t>
    </dgm:pt>
    <dgm:pt modelId="{B8D05EDB-FE5F-4DEE-91DE-517B2EA40C85}" type="parTrans" cxnId="{56056EC2-EB3B-4BD3-ADE5-024E998F22C6}">
      <dgm:prSet/>
      <dgm:spPr/>
      <dgm:t>
        <a:bodyPr/>
        <a:lstStyle/>
        <a:p>
          <a:endParaRPr lang="en-US"/>
        </a:p>
      </dgm:t>
    </dgm:pt>
    <dgm:pt modelId="{645F04E5-EBE4-4772-8AA1-21E2A29E7A80}" type="sibTrans" cxnId="{56056EC2-EB3B-4BD3-ADE5-024E998F22C6}">
      <dgm:prSet/>
      <dgm:spPr/>
      <dgm:t>
        <a:bodyPr/>
        <a:lstStyle/>
        <a:p>
          <a:endParaRPr lang="en-US"/>
        </a:p>
      </dgm:t>
    </dgm:pt>
    <dgm:pt modelId="{7850BD13-E4B6-4E87-B2C5-D14E35029FD7}">
      <dgm:prSet phldrT="[Text]" phldr="0" custT="1"/>
      <dgm:spPr/>
      <dgm:t>
        <a:bodyPr/>
        <a:lstStyle/>
        <a:p>
          <a:r>
            <a:rPr lang="en-US" sz="700" dirty="0"/>
            <a:t>Media/Press</a:t>
          </a:r>
        </a:p>
      </dgm:t>
    </dgm:pt>
    <dgm:pt modelId="{AB9BA996-B7F6-4931-B2AF-A0DD241BBFC9}" type="parTrans" cxnId="{D46D1A68-C27D-4528-9CCB-51208F2F6C3E}">
      <dgm:prSet/>
      <dgm:spPr/>
      <dgm:t>
        <a:bodyPr/>
        <a:lstStyle/>
        <a:p>
          <a:endParaRPr lang="en-US"/>
        </a:p>
      </dgm:t>
    </dgm:pt>
    <dgm:pt modelId="{52FEE689-CEDD-4FF3-9D29-ACC4BAE87DBA}" type="sibTrans" cxnId="{D46D1A68-C27D-4528-9CCB-51208F2F6C3E}">
      <dgm:prSet/>
      <dgm:spPr/>
      <dgm:t>
        <a:bodyPr/>
        <a:lstStyle/>
        <a:p>
          <a:endParaRPr lang="en-US"/>
        </a:p>
      </dgm:t>
    </dgm:pt>
    <dgm:pt modelId="{6416AE02-D257-4333-83BF-1F730CA0EE1A}">
      <dgm:prSet phldrT="[Text]" phldr="0" custT="1"/>
      <dgm:spPr/>
      <dgm:t>
        <a:bodyPr/>
        <a:lstStyle/>
        <a:p>
          <a:r>
            <a:rPr lang="en-US" sz="700" dirty="0"/>
            <a:t>Where to find us (upcoming events)</a:t>
          </a:r>
        </a:p>
      </dgm:t>
    </dgm:pt>
    <dgm:pt modelId="{C75E1962-0F22-46DA-9449-276F26DBD72E}" type="parTrans" cxnId="{D407E095-DB9A-4F91-AD84-A3E060D88842}">
      <dgm:prSet/>
      <dgm:spPr/>
      <dgm:t>
        <a:bodyPr/>
        <a:lstStyle/>
        <a:p>
          <a:endParaRPr lang="en-US"/>
        </a:p>
      </dgm:t>
    </dgm:pt>
    <dgm:pt modelId="{35E3342F-93EA-4428-823D-B6616D7FF13D}" type="sibTrans" cxnId="{D407E095-DB9A-4F91-AD84-A3E060D88842}">
      <dgm:prSet/>
      <dgm:spPr/>
      <dgm:t>
        <a:bodyPr/>
        <a:lstStyle/>
        <a:p>
          <a:endParaRPr lang="en-US"/>
        </a:p>
      </dgm:t>
    </dgm:pt>
    <dgm:pt modelId="{E4F9980B-A1C2-4EAC-83F5-33F5CA51E299}">
      <dgm:prSet phldrT="[Text]" phldr="0" custT="1"/>
      <dgm:spPr/>
      <dgm:t>
        <a:bodyPr/>
        <a:lstStyle/>
        <a:p>
          <a:r>
            <a:rPr lang="en-US" sz="700" dirty="0"/>
            <a:t>Blogs</a:t>
          </a:r>
        </a:p>
      </dgm:t>
    </dgm:pt>
    <dgm:pt modelId="{77C60819-AB50-4020-ABE2-21740DBB6787}" type="parTrans" cxnId="{56EF117B-495C-4D02-B66C-9644A001A6E9}">
      <dgm:prSet/>
      <dgm:spPr/>
      <dgm:t>
        <a:bodyPr/>
        <a:lstStyle/>
        <a:p>
          <a:endParaRPr lang="en-US"/>
        </a:p>
      </dgm:t>
    </dgm:pt>
    <dgm:pt modelId="{C50ADB6B-120C-4FA7-9D54-0B41E2E299BC}" type="sibTrans" cxnId="{56EF117B-495C-4D02-B66C-9644A001A6E9}">
      <dgm:prSet/>
      <dgm:spPr/>
      <dgm:t>
        <a:bodyPr/>
        <a:lstStyle/>
        <a:p>
          <a:endParaRPr lang="en-US"/>
        </a:p>
      </dgm:t>
    </dgm:pt>
    <dgm:pt modelId="{AB25F681-9753-4ED3-BDBC-0179C81288E4}">
      <dgm:prSet phldrT="[Text]" phldr="0" custT="1"/>
      <dgm:spPr/>
      <dgm:t>
        <a:bodyPr/>
        <a:lstStyle/>
        <a:p>
          <a:r>
            <a:rPr lang="en-US" sz="700" dirty="0"/>
            <a:t>Videos/Photos</a:t>
          </a:r>
        </a:p>
      </dgm:t>
    </dgm:pt>
    <dgm:pt modelId="{E2D49C7E-F700-4362-9368-3360E3285B12}" type="parTrans" cxnId="{C5FEE67C-4BE5-4F30-8E9D-5917477EDDFD}">
      <dgm:prSet/>
      <dgm:spPr/>
      <dgm:t>
        <a:bodyPr/>
        <a:lstStyle/>
        <a:p>
          <a:endParaRPr lang="en-US"/>
        </a:p>
      </dgm:t>
    </dgm:pt>
    <dgm:pt modelId="{096C949E-EEAD-4B3A-878A-4567B7D6E364}" type="sibTrans" cxnId="{C5FEE67C-4BE5-4F30-8E9D-5917477EDDFD}">
      <dgm:prSet/>
      <dgm:spPr/>
      <dgm:t>
        <a:bodyPr/>
        <a:lstStyle/>
        <a:p>
          <a:endParaRPr lang="en-US"/>
        </a:p>
      </dgm:t>
    </dgm:pt>
    <dgm:pt modelId="{1A49DC06-4117-4667-AB30-E6D51AA4217B}">
      <dgm:prSet phldrT="[Text]" phldr="0" custT="1"/>
      <dgm:spPr/>
      <dgm:t>
        <a:bodyPr/>
        <a:lstStyle/>
        <a:p>
          <a:r>
            <a:rPr lang="en-US" sz="700" dirty="0"/>
            <a:t>Interviews</a:t>
          </a:r>
        </a:p>
      </dgm:t>
    </dgm:pt>
    <dgm:pt modelId="{885A799E-1AF5-4941-A066-280E9CE65527}" type="parTrans" cxnId="{2DDD6828-D9A0-45AF-A409-77FF10AE8293}">
      <dgm:prSet/>
      <dgm:spPr/>
      <dgm:t>
        <a:bodyPr/>
        <a:lstStyle/>
        <a:p>
          <a:endParaRPr lang="en-US"/>
        </a:p>
      </dgm:t>
    </dgm:pt>
    <dgm:pt modelId="{BCE2A31A-64CA-4943-925F-82315306D8B0}" type="sibTrans" cxnId="{2DDD6828-D9A0-45AF-A409-77FF10AE8293}">
      <dgm:prSet/>
      <dgm:spPr/>
      <dgm:t>
        <a:bodyPr/>
        <a:lstStyle/>
        <a:p>
          <a:endParaRPr lang="en-US"/>
        </a:p>
      </dgm:t>
    </dgm:pt>
    <dgm:pt modelId="{09656DC0-0C6B-433A-9940-6228F7F94059}">
      <dgm:prSet phldrT="[Text]" phldr="0" custT="1"/>
      <dgm:spPr/>
      <dgm:t>
        <a:bodyPr/>
        <a:lstStyle/>
        <a:p>
          <a:r>
            <a:rPr lang="en-US" sz="700" dirty="0"/>
            <a:t>Connect with us</a:t>
          </a:r>
        </a:p>
      </dgm:t>
    </dgm:pt>
    <dgm:pt modelId="{03C1B0D6-FF5A-4AE2-84BF-868031B47D9D}" type="parTrans" cxnId="{1A840640-6DE9-4310-8C5A-4760AAC77D79}">
      <dgm:prSet/>
      <dgm:spPr/>
      <dgm:t>
        <a:bodyPr/>
        <a:lstStyle/>
        <a:p>
          <a:endParaRPr lang="en-US"/>
        </a:p>
      </dgm:t>
    </dgm:pt>
    <dgm:pt modelId="{A6981ED8-A408-4E33-B243-7331FEF946B6}" type="sibTrans" cxnId="{1A840640-6DE9-4310-8C5A-4760AAC77D79}">
      <dgm:prSet/>
      <dgm:spPr/>
      <dgm:t>
        <a:bodyPr/>
        <a:lstStyle/>
        <a:p>
          <a:endParaRPr lang="en-US"/>
        </a:p>
      </dgm:t>
    </dgm:pt>
    <dgm:pt modelId="{82FA5067-C094-4986-9F52-CF769E21AF47}">
      <dgm:prSet phldrT="[Text]" phldr="0" custT="1"/>
      <dgm:spPr/>
      <dgm:t>
        <a:bodyPr/>
        <a:lstStyle/>
        <a:p>
          <a:r>
            <a:rPr lang="en-US" sz="700"/>
            <a:t>Phone #</a:t>
          </a:r>
          <a:endParaRPr lang="en-US" sz="700" dirty="0"/>
        </a:p>
      </dgm:t>
    </dgm:pt>
    <dgm:pt modelId="{5FEBEC69-6416-4AB7-8D62-7BE343D80296}" type="parTrans" cxnId="{BA70DD74-240A-4CC4-AA06-96A692E3BCE3}">
      <dgm:prSet/>
      <dgm:spPr/>
      <dgm:t>
        <a:bodyPr/>
        <a:lstStyle/>
        <a:p>
          <a:endParaRPr lang="en-US"/>
        </a:p>
      </dgm:t>
    </dgm:pt>
    <dgm:pt modelId="{BA0878F5-59CE-4611-83A7-29DCF2A3490F}" type="sibTrans" cxnId="{BA70DD74-240A-4CC4-AA06-96A692E3BCE3}">
      <dgm:prSet/>
      <dgm:spPr/>
      <dgm:t>
        <a:bodyPr/>
        <a:lstStyle/>
        <a:p>
          <a:endParaRPr lang="en-US"/>
        </a:p>
      </dgm:t>
    </dgm:pt>
    <dgm:pt modelId="{F6F911A3-6A6C-439A-97C5-53BAAF0136CA}">
      <dgm:prSet phldrT="[Text]" phldr="0" custT="1"/>
      <dgm:spPr/>
      <dgm:t>
        <a:bodyPr/>
        <a:lstStyle/>
        <a:p>
          <a:r>
            <a:rPr lang="en-US" sz="700"/>
            <a:t>Location</a:t>
          </a:r>
          <a:endParaRPr lang="en-US" sz="700" dirty="0"/>
        </a:p>
      </dgm:t>
    </dgm:pt>
    <dgm:pt modelId="{DC284A94-8EA0-41BD-B1D2-1FBCC3D77677}" type="parTrans" cxnId="{46386D83-FFD4-4AF4-B2FF-EB534B243954}">
      <dgm:prSet/>
      <dgm:spPr/>
      <dgm:t>
        <a:bodyPr/>
        <a:lstStyle/>
        <a:p>
          <a:endParaRPr lang="en-US"/>
        </a:p>
      </dgm:t>
    </dgm:pt>
    <dgm:pt modelId="{EC540084-9D1F-4316-A365-3CA82416E7E1}" type="sibTrans" cxnId="{46386D83-FFD4-4AF4-B2FF-EB534B243954}">
      <dgm:prSet/>
      <dgm:spPr/>
      <dgm:t>
        <a:bodyPr/>
        <a:lstStyle/>
        <a:p>
          <a:endParaRPr lang="en-US"/>
        </a:p>
      </dgm:t>
    </dgm:pt>
    <dgm:pt modelId="{D41B6F02-FB39-4038-81E9-7BE9D2B1AB5B}">
      <dgm:prSet phldrT="[Text]" phldr="0" custT="1"/>
      <dgm:spPr/>
      <dgm:t>
        <a:bodyPr/>
        <a:lstStyle/>
        <a:p>
          <a:r>
            <a:rPr lang="en-US" sz="700" dirty="0"/>
            <a:t>Email</a:t>
          </a:r>
        </a:p>
      </dgm:t>
    </dgm:pt>
    <dgm:pt modelId="{1BAA95CA-6CC4-40B0-BD54-AAD759426C55}" type="parTrans" cxnId="{27B18A6B-F09A-4AFE-8A79-95FAFF2D9ED3}">
      <dgm:prSet/>
      <dgm:spPr/>
      <dgm:t>
        <a:bodyPr/>
        <a:lstStyle/>
        <a:p>
          <a:endParaRPr lang="en-US"/>
        </a:p>
      </dgm:t>
    </dgm:pt>
    <dgm:pt modelId="{924F268B-2068-4ED4-82D2-0CC8BBA3973F}" type="sibTrans" cxnId="{27B18A6B-F09A-4AFE-8A79-95FAFF2D9ED3}">
      <dgm:prSet/>
      <dgm:spPr/>
      <dgm:t>
        <a:bodyPr/>
        <a:lstStyle/>
        <a:p>
          <a:endParaRPr lang="en-US"/>
        </a:p>
      </dgm:t>
    </dgm:pt>
    <dgm:pt modelId="{AD60FBBE-D213-42EA-AD52-BEAB4053BE91}">
      <dgm:prSet phldrT="[Text]" phldr="0" custT="1"/>
      <dgm:spPr/>
      <dgm:t>
        <a:bodyPr/>
        <a:lstStyle/>
        <a:p>
          <a:r>
            <a:rPr lang="en-US" sz="700" dirty="0"/>
            <a:t>Social media</a:t>
          </a:r>
        </a:p>
      </dgm:t>
    </dgm:pt>
    <dgm:pt modelId="{043515D0-F64B-4116-889C-272A6D91F6EA}" type="parTrans" cxnId="{B9E73757-3C25-4175-93B8-B1C389FFE873}">
      <dgm:prSet/>
      <dgm:spPr/>
      <dgm:t>
        <a:bodyPr/>
        <a:lstStyle/>
        <a:p>
          <a:endParaRPr lang="en-US"/>
        </a:p>
      </dgm:t>
    </dgm:pt>
    <dgm:pt modelId="{8B80DE2E-3085-48F8-8454-F740410602B3}" type="sibTrans" cxnId="{B9E73757-3C25-4175-93B8-B1C389FFE873}">
      <dgm:prSet/>
      <dgm:spPr/>
      <dgm:t>
        <a:bodyPr/>
        <a:lstStyle/>
        <a:p>
          <a:endParaRPr lang="en-US"/>
        </a:p>
      </dgm:t>
    </dgm:pt>
    <dgm:pt modelId="{A44FF5A6-4BD8-4FC0-98ED-71B74D7C6E07}" type="pres">
      <dgm:prSet presAssocID="{71A5C9EC-8B23-4864-9A42-A813988463E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F823794-C1C5-4B08-81C9-28A6F1D5F631}" type="pres">
      <dgm:prSet presAssocID="{D718B015-6D09-4449-A444-8ED004824CDD}" presName="root1" presStyleCnt="0"/>
      <dgm:spPr/>
    </dgm:pt>
    <dgm:pt modelId="{9E2227BC-7463-45A1-B310-664CD4815CB1}" type="pres">
      <dgm:prSet presAssocID="{D718B015-6D09-4449-A444-8ED004824CDD}" presName="LevelOneTextNode" presStyleLbl="node0" presStyleIdx="0" presStyleCnt="1" custScaleX="88837" custScaleY="82308" custLinFactX="-247215" custLinFactNeighborX="-300000" custLinFactNeighborY="-39733">
        <dgm:presLayoutVars>
          <dgm:chPref val="3"/>
        </dgm:presLayoutVars>
      </dgm:prSet>
      <dgm:spPr/>
    </dgm:pt>
    <dgm:pt modelId="{357D9F29-5EC8-4643-B9B3-9812DB63BA8E}" type="pres">
      <dgm:prSet presAssocID="{D718B015-6D09-4449-A444-8ED004824CDD}" presName="level2hierChild" presStyleCnt="0"/>
      <dgm:spPr/>
    </dgm:pt>
    <dgm:pt modelId="{CE6C88DB-6C24-4E2E-8FFD-261CFAC79621}" type="pres">
      <dgm:prSet presAssocID="{425F841F-37F6-4956-9542-04AFAF711258}" presName="conn2-1" presStyleLbl="parChTrans1D2" presStyleIdx="0" presStyleCnt="6"/>
      <dgm:spPr/>
    </dgm:pt>
    <dgm:pt modelId="{8B2DC18E-59BB-40E2-8C3C-7629AFD420A7}" type="pres">
      <dgm:prSet presAssocID="{425F841F-37F6-4956-9542-04AFAF711258}" presName="connTx" presStyleLbl="parChTrans1D2" presStyleIdx="0" presStyleCnt="6"/>
      <dgm:spPr/>
    </dgm:pt>
    <dgm:pt modelId="{DF56D945-070E-4181-8CC2-E2F1FC9B5300}" type="pres">
      <dgm:prSet presAssocID="{28CF8ED0-A459-48A7-A51A-B85C1934ED7A}" presName="root2" presStyleCnt="0"/>
      <dgm:spPr/>
    </dgm:pt>
    <dgm:pt modelId="{25ABC311-91F5-4656-9ACD-730425E4219F}" type="pres">
      <dgm:prSet presAssocID="{28CF8ED0-A459-48A7-A51A-B85C1934ED7A}" presName="LevelTwoTextNode" presStyleLbl="node2" presStyleIdx="0" presStyleCnt="6" custScaleX="110899" custScaleY="60346" custLinFactX="-100000" custLinFactNeighborX="-153788" custLinFactNeighborY="-7890">
        <dgm:presLayoutVars>
          <dgm:chPref val="3"/>
        </dgm:presLayoutVars>
      </dgm:prSet>
      <dgm:spPr/>
    </dgm:pt>
    <dgm:pt modelId="{F55B8BAA-D792-4B6A-95D0-9FDE976E9469}" type="pres">
      <dgm:prSet presAssocID="{28CF8ED0-A459-48A7-A51A-B85C1934ED7A}" presName="level3hierChild" presStyleCnt="0"/>
      <dgm:spPr/>
    </dgm:pt>
    <dgm:pt modelId="{F4990F14-8AF7-4BBF-BFEC-4DBC6120A852}" type="pres">
      <dgm:prSet presAssocID="{7C817A81-3DFE-42BA-BC94-C2ECF5488C83}" presName="conn2-1" presStyleLbl="parChTrans1D3" presStyleIdx="0" presStyleCnt="16"/>
      <dgm:spPr/>
    </dgm:pt>
    <dgm:pt modelId="{7C93EFDD-E760-4305-8B4A-927AE173C54B}" type="pres">
      <dgm:prSet presAssocID="{7C817A81-3DFE-42BA-BC94-C2ECF5488C83}" presName="connTx" presStyleLbl="parChTrans1D3" presStyleIdx="0" presStyleCnt="16"/>
      <dgm:spPr/>
    </dgm:pt>
    <dgm:pt modelId="{6BA32448-3666-437F-B5C2-59E1E4FEA06D}" type="pres">
      <dgm:prSet presAssocID="{1356D003-798B-448A-BCF4-6EB21832F13C}" presName="root2" presStyleCnt="0"/>
      <dgm:spPr/>
    </dgm:pt>
    <dgm:pt modelId="{4B09E4BD-6E45-4F60-9565-B5CAAAA85E14}" type="pres">
      <dgm:prSet presAssocID="{1356D003-798B-448A-BCF4-6EB21832F13C}" presName="LevelTwoTextNode" presStyleLbl="node3" presStyleIdx="0" presStyleCnt="16" custScaleX="79907" custScaleY="57931" custLinFactNeighborX="85473">
        <dgm:presLayoutVars>
          <dgm:chPref val="3"/>
        </dgm:presLayoutVars>
      </dgm:prSet>
      <dgm:spPr/>
    </dgm:pt>
    <dgm:pt modelId="{5883A097-7D88-45C6-8A9D-BDE75C969764}" type="pres">
      <dgm:prSet presAssocID="{1356D003-798B-448A-BCF4-6EB21832F13C}" presName="level3hierChild" presStyleCnt="0"/>
      <dgm:spPr/>
    </dgm:pt>
    <dgm:pt modelId="{19030EE0-4685-4B12-94D0-FE54F10AB902}" type="pres">
      <dgm:prSet presAssocID="{3C5AB3B5-6DD6-4AE6-8203-2ACBE79C2C9F}" presName="conn2-1" presStyleLbl="parChTrans1D3" presStyleIdx="1" presStyleCnt="16"/>
      <dgm:spPr/>
    </dgm:pt>
    <dgm:pt modelId="{70299EF4-00A3-4DAD-B2E7-27E20B93185C}" type="pres">
      <dgm:prSet presAssocID="{3C5AB3B5-6DD6-4AE6-8203-2ACBE79C2C9F}" presName="connTx" presStyleLbl="parChTrans1D3" presStyleIdx="1" presStyleCnt="16"/>
      <dgm:spPr/>
    </dgm:pt>
    <dgm:pt modelId="{48FF19E0-E3BD-49FA-9397-95856BBD5B43}" type="pres">
      <dgm:prSet presAssocID="{5501B20F-CFDD-429C-AA32-63D1B9F031C9}" presName="root2" presStyleCnt="0"/>
      <dgm:spPr/>
    </dgm:pt>
    <dgm:pt modelId="{A5A06CA4-2261-4B96-B3E5-3E1FD23C3704}" type="pres">
      <dgm:prSet presAssocID="{5501B20F-CFDD-429C-AA32-63D1B9F031C9}" presName="LevelTwoTextNode" presStyleLbl="node3" presStyleIdx="1" presStyleCnt="16" custScaleX="79907" custScaleY="57931" custLinFactNeighborX="85473">
        <dgm:presLayoutVars>
          <dgm:chPref val="3"/>
        </dgm:presLayoutVars>
      </dgm:prSet>
      <dgm:spPr/>
    </dgm:pt>
    <dgm:pt modelId="{840AC721-89C8-45A2-9B3B-8B1EC026C123}" type="pres">
      <dgm:prSet presAssocID="{5501B20F-CFDD-429C-AA32-63D1B9F031C9}" presName="level3hierChild" presStyleCnt="0"/>
      <dgm:spPr/>
    </dgm:pt>
    <dgm:pt modelId="{EDAEDEEC-EBB0-4CE5-948A-2BAC6AE06959}" type="pres">
      <dgm:prSet presAssocID="{E73F0230-F72A-44F0-B8E0-CA21012D6113}" presName="conn2-1" presStyleLbl="parChTrans1D3" presStyleIdx="2" presStyleCnt="16"/>
      <dgm:spPr/>
    </dgm:pt>
    <dgm:pt modelId="{E018B310-D482-4BBA-ADCA-5403AF5BF13B}" type="pres">
      <dgm:prSet presAssocID="{E73F0230-F72A-44F0-B8E0-CA21012D6113}" presName="connTx" presStyleLbl="parChTrans1D3" presStyleIdx="2" presStyleCnt="16"/>
      <dgm:spPr/>
    </dgm:pt>
    <dgm:pt modelId="{136F30F8-3F96-4C2B-B2C1-6AABE91F497E}" type="pres">
      <dgm:prSet presAssocID="{38883F51-62C9-4128-ADE5-1B3F493D0223}" presName="root2" presStyleCnt="0"/>
      <dgm:spPr/>
    </dgm:pt>
    <dgm:pt modelId="{A20D7EBA-03CF-4D5B-85CC-37B8D3809155}" type="pres">
      <dgm:prSet presAssocID="{38883F51-62C9-4128-ADE5-1B3F493D0223}" presName="LevelTwoTextNode" presStyleLbl="node3" presStyleIdx="2" presStyleCnt="16" custScaleX="79907" custScaleY="57931" custLinFactX="100000" custLinFactNeighborX="107049" custLinFactNeighborY="-11579">
        <dgm:presLayoutVars>
          <dgm:chPref val="3"/>
        </dgm:presLayoutVars>
      </dgm:prSet>
      <dgm:spPr/>
    </dgm:pt>
    <dgm:pt modelId="{7EFE8693-13B5-4AA4-989E-57354127A0C7}" type="pres">
      <dgm:prSet presAssocID="{38883F51-62C9-4128-ADE5-1B3F493D0223}" presName="level3hierChild" presStyleCnt="0"/>
      <dgm:spPr/>
    </dgm:pt>
    <dgm:pt modelId="{3C430799-D1EE-40E5-8734-947DF111660F}" type="pres">
      <dgm:prSet presAssocID="{42947071-C523-49E3-AACE-04F14D45DF92}" presName="conn2-1" presStyleLbl="parChTrans1D3" presStyleIdx="3" presStyleCnt="16"/>
      <dgm:spPr/>
    </dgm:pt>
    <dgm:pt modelId="{C511D042-F6E5-4F02-B5E9-EEE45228A714}" type="pres">
      <dgm:prSet presAssocID="{42947071-C523-49E3-AACE-04F14D45DF92}" presName="connTx" presStyleLbl="parChTrans1D3" presStyleIdx="3" presStyleCnt="16"/>
      <dgm:spPr/>
    </dgm:pt>
    <dgm:pt modelId="{1C4C4699-E543-4BD6-9340-49102B9ADA12}" type="pres">
      <dgm:prSet presAssocID="{62593CD7-C81D-443C-9B11-2118E34C8C12}" presName="root2" presStyleCnt="0"/>
      <dgm:spPr/>
    </dgm:pt>
    <dgm:pt modelId="{89FCA140-E871-4280-9DBA-5AE0E16C2E7A}" type="pres">
      <dgm:prSet presAssocID="{62593CD7-C81D-443C-9B11-2118E34C8C12}" presName="LevelTwoTextNode" presStyleLbl="node3" presStyleIdx="3" presStyleCnt="16" custScaleX="79907" custScaleY="57931" custLinFactX="100000" custLinFactNeighborX="107049" custLinFactNeighborY="-11579">
        <dgm:presLayoutVars>
          <dgm:chPref val="3"/>
        </dgm:presLayoutVars>
      </dgm:prSet>
      <dgm:spPr/>
    </dgm:pt>
    <dgm:pt modelId="{70ED5792-5BCC-4B5C-B7D9-539BC1D33E36}" type="pres">
      <dgm:prSet presAssocID="{62593CD7-C81D-443C-9B11-2118E34C8C12}" presName="level3hierChild" presStyleCnt="0"/>
      <dgm:spPr/>
    </dgm:pt>
    <dgm:pt modelId="{A5C884BB-28FB-4599-8C08-3A30E9F8F17F}" type="pres">
      <dgm:prSet presAssocID="{D8A8EA81-268F-41E0-8802-D459AD227D87}" presName="conn2-1" presStyleLbl="parChTrans1D2" presStyleIdx="1" presStyleCnt="6"/>
      <dgm:spPr/>
    </dgm:pt>
    <dgm:pt modelId="{AB588A9C-6CC5-4EAE-AA70-F640AF8D22C9}" type="pres">
      <dgm:prSet presAssocID="{D8A8EA81-268F-41E0-8802-D459AD227D87}" presName="connTx" presStyleLbl="parChTrans1D2" presStyleIdx="1" presStyleCnt="6"/>
      <dgm:spPr/>
    </dgm:pt>
    <dgm:pt modelId="{C3591A9E-9409-4310-9026-C3C2145F885C}" type="pres">
      <dgm:prSet presAssocID="{12B7D35A-15F3-4291-BF8B-6D1FEAB75335}" presName="root2" presStyleCnt="0"/>
      <dgm:spPr/>
    </dgm:pt>
    <dgm:pt modelId="{DE4BEB08-3CBC-42CD-958D-7A344E824ABA}" type="pres">
      <dgm:prSet presAssocID="{12B7D35A-15F3-4291-BF8B-6D1FEAB75335}" presName="LevelTwoTextNode" presStyleLbl="node2" presStyleIdx="1" presStyleCnt="6" custScaleX="110899" custScaleY="60346" custLinFactX="-100000" custLinFactNeighborX="-153788" custLinFactNeighborY="-7890">
        <dgm:presLayoutVars>
          <dgm:chPref val="3"/>
        </dgm:presLayoutVars>
      </dgm:prSet>
      <dgm:spPr/>
    </dgm:pt>
    <dgm:pt modelId="{51C39070-0403-4AD7-8CB7-D32961344512}" type="pres">
      <dgm:prSet presAssocID="{12B7D35A-15F3-4291-BF8B-6D1FEAB75335}" presName="level3hierChild" presStyleCnt="0"/>
      <dgm:spPr/>
    </dgm:pt>
    <dgm:pt modelId="{0671BC84-A5C0-4CD9-BF13-35AEC63A5C54}" type="pres">
      <dgm:prSet presAssocID="{8E56E5C0-28C6-49D7-8E7B-B70A3AB9C7D9}" presName="conn2-1" presStyleLbl="parChTrans1D3" presStyleIdx="4" presStyleCnt="16"/>
      <dgm:spPr/>
    </dgm:pt>
    <dgm:pt modelId="{EF3334A5-6B6A-4C2D-A6F2-DB7530B1001D}" type="pres">
      <dgm:prSet presAssocID="{8E56E5C0-28C6-49D7-8E7B-B70A3AB9C7D9}" presName="connTx" presStyleLbl="parChTrans1D3" presStyleIdx="4" presStyleCnt="16"/>
      <dgm:spPr/>
    </dgm:pt>
    <dgm:pt modelId="{65257FE7-43A1-40BE-8154-02320438BE1D}" type="pres">
      <dgm:prSet presAssocID="{82592E13-E97B-4B67-AF6E-7D00A4123368}" presName="root2" presStyleCnt="0"/>
      <dgm:spPr/>
    </dgm:pt>
    <dgm:pt modelId="{E93BCB9E-75DB-4F49-B743-EEDA4DDFF54C}" type="pres">
      <dgm:prSet presAssocID="{82592E13-E97B-4B67-AF6E-7D00A4123368}" presName="LevelTwoTextNode" presStyleLbl="node3" presStyleIdx="4" presStyleCnt="16" custScaleX="119711" custScaleY="81385" custLinFactX="-25185" custLinFactNeighborX="-100000" custLinFactNeighborY="-21197">
        <dgm:presLayoutVars>
          <dgm:chPref val="3"/>
        </dgm:presLayoutVars>
      </dgm:prSet>
      <dgm:spPr/>
    </dgm:pt>
    <dgm:pt modelId="{EACBCAB4-7E32-422C-89E1-2004B07662B1}" type="pres">
      <dgm:prSet presAssocID="{82592E13-E97B-4B67-AF6E-7D00A4123368}" presName="level3hierChild" presStyleCnt="0"/>
      <dgm:spPr/>
    </dgm:pt>
    <dgm:pt modelId="{C8C0B823-A816-48F0-8284-5296E1E353F5}" type="pres">
      <dgm:prSet presAssocID="{CC63F0E1-19E7-41B8-BC06-07590C6E2CBE}" presName="conn2-1" presStyleLbl="parChTrans1D2" presStyleIdx="2" presStyleCnt="6"/>
      <dgm:spPr/>
    </dgm:pt>
    <dgm:pt modelId="{82F6D25A-A081-4AE0-A9A7-0B505A78C29B}" type="pres">
      <dgm:prSet presAssocID="{CC63F0E1-19E7-41B8-BC06-07590C6E2CBE}" presName="connTx" presStyleLbl="parChTrans1D2" presStyleIdx="2" presStyleCnt="6"/>
      <dgm:spPr/>
    </dgm:pt>
    <dgm:pt modelId="{320F5C11-58D5-4A89-97E1-71E9E704D05C}" type="pres">
      <dgm:prSet presAssocID="{8BE455D6-72F1-45FC-B634-2FCE34F850F4}" presName="root2" presStyleCnt="0"/>
      <dgm:spPr/>
    </dgm:pt>
    <dgm:pt modelId="{847FED5D-4AFB-421D-B69F-6D92DE862B94}" type="pres">
      <dgm:prSet presAssocID="{8BE455D6-72F1-45FC-B634-2FCE34F850F4}" presName="LevelTwoTextNode" presStyleLbl="node2" presStyleIdx="2" presStyleCnt="6" custScaleX="110899" custScaleY="60346" custLinFactX="-100000" custLinFactNeighborX="-153788" custLinFactNeighborY="-7890">
        <dgm:presLayoutVars>
          <dgm:chPref val="3"/>
        </dgm:presLayoutVars>
      </dgm:prSet>
      <dgm:spPr/>
    </dgm:pt>
    <dgm:pt modelId="{A80AAB31-B61A-4B0F-8693-FD11962BED6D}" type="pres">
      <dgm:prSet presAssocID="{8BE455D6-72F1-45FC-B634-2FCE34F850F4}" presName="level3hierChild" presStyleCnt="0"/>
      <dgm:spPr/>
    </dgm:pt>
    <dgm:pt modelId="{8CF78B8E-9956-43D6-A21B-8E0997AC665D}" type="pres">
      <dgm:prSet presAssocID="{6B6370F4-69E3-429E-90A5-42807C52DF24}" presName="conn2-1" presStyleLbl="parChTrans1D3" presStyleIdx="5" presStyleCnt="16"/>
      <dgm:spPr/>
    </dgm:pt>
    <dgm:pt modelId="{2C37A9E2-3F5C-411F-B782-E26891F12431}" type="pres">
      <dgm:prSet presAssocID="{6B6370F4-69E3-429E-90A5-42807C52DF24}" presName="connTx" presStyleLbl="parChTrans1D3" presStyleIdx="5" presStyleCnt="16"/>
      <dgm:spPr/>
    </dgm:pt>
    <dgm:pt modelId="{F63EB26E-248D-4306-A576-47B2ECD5005C}" type="pres">
      <dgm:prSet presAssocID="{AC889446-BB94-4E0E-9CD8-F3CB964CB3A5}" presName="root2" presStyleCnt="0"/>
      <dgm:spPr/>
    </dgm:pt>
    <dgm:pt modelId="{734208F9-BB6C-4E68-AE26-6BFC9CB8B561}" type="pres">
      <dgm:prSet presAssocID="{AC889446-BB94-4E0E-9CD8-F3CB964CB3A5}" presName="LevelTwoTextNode" presStyleLbl="node3" presStyleIdx="5" presStyleCnt="16" custScaleX="101150" custScaleY="55923" custLinFactNeighborX="12986" custLinFactNeighborY="-21603">
        <dgm:presLayoutVars>
          <dgm:chPref val="3"/>
        </dgm:presLayoutVars>
      </dgm:prSet>
      <dgm:spPr/>
    </dgm:pt>
    <dgm:pt modelId="{1DC40B14-1217-46DE-B8E4-6AEE799BF8A9}" type="pres">
      <dgm:prSet presAssocID="{AC889446-BB94-4E0E-9CD8-F3CB964CB3A5}" presName="level3hierChild" presStyleCnt="0"/>
      <dgm:spPr/>
    </dgm:pt>
    <dgm:pt modelId="{2BF70E99-7B8C-4DAE-876C-6D5EE3003621}" type="pres">
      <dgm:prSet presAssocID="{77A2DAFA-27A4-476B-8E15-7F1F533A196C}" presName="conn2-1" presStyleLbl="parChTrans1D3" presStyleIdx="6" presStyleCnt="16"/>
      <dgm:spPr/>
    </dgm:pt>
    <dgm:pt modelId="{53E9F6B1-2850-4690-880C-C008C679943B}" type="pres">
      <dgm:prSet presAssocID="{77A2DAFA-27A4-476B-8E15-7F1F533A196C}" presName="connTx" presStyleLbl="parChTrans1D3" presStyleIdx="6" presStyleCnt="16"/>
      <dgm:spPr/>
    </dgm:pt>
    <dgm:pt modelId="{D4C5389C-1ED4-4942-B218-8B20D038FD14}" type="pres">
      <dgm:prSet presAssocID="{DCBB8027-66B2-4F12-B65B-2C3611F4775F}" presName="root2" presStyleCnt="0"/>
      <dgm:spPr/>
    </dgm:pt>
    <dgm:pt modelId="{55CE902E-B7BA-4EFE-B50A-91AFF2B59AEF}" type="pres">
      <dgm:prSet presAssocID="{DCBB8027-66B2-4F12-B65B-2C3611F4775F}" presName="LevelTwoTextNode" presStyleLbl="node3" presStyleIdx="6" presStyleCnt="16" custScaleX="101150" custScaleY="55923" custLinFactNeighborX="12986" custLinFactNeighborY="-21603">
        <dgm:presLayoutVars>
          <dgm:chPref val="3"/>
        </dgm:presLayoutVars>
      </dgm:prSet>
      <dgm:spPr/>
    </dgm:pt>
    <dgm:pt modelId="{6AEE0F31-7EEE-47E7-8A01-4333322B581B}" type="pres">
      <dgm:prSet presAssocID="{DCBB8027-66B2-4F12-B65B-2C3611F4775F}" presName="level3hierChild" presStyleCnt="0"/>
      <dgm:spPr/>
    </dgm:pt>
    <dgm:pt modelId="{11E8A090-B84B-4159-9C9C-4FC51AFDB391}" type="pres">
      <dgm:prSet presAssocID="{9C11F7A2-FF02-4FFE-907C-61FA902E5A43}" presName="conn2-1" presStyleLbl="parChTrans1D3" presStyleIdx="7" presStyleCnt="16"/>
      <dgm:spPr/>
    </dgm:pt>
    <dgm:pt modelId="{41311462-6F6F-4FEC-A015-7CE20EFAFD04}" type="pres">
      <dgm:prSet presAssocID="{9C11F7A2-FF02-4FFE-907C-61FA902E5A43}" presName="connTx" presStyleLbl="parChTrans1D3" presStyleIdx="7" presStyleCnt="16"/>
      <dgm:spPr/>
    </dgm:pt>
    <dgm:pt modelId="{E00AC4C6-2655-4FBB-A24F-C46591F3AC14}" type="pres">
      <dgm:prSet presAssocID="{032E3B14-6CE4-40C6-A587-54AC0983D934}" presName="root2" presStyleCnt="0"/>
      <dgm:spPr/>
    </dgm:pt>
    <dgm:pt modelId="{E1E48E68-165A-421A-A64E-48809F8A469E}" type="pres">
      <dgm:prSet presAssocID="{032E3B14-6CE4-40C6-A587-54AC0983D934}" presName="LevelTwoTextNode" presStyleLbl="node3" presStyleIdx="7" presStyleCnt="16" custScaleX="101150" custScaleY="55923" custLinFactNeighborX="12986" custLinFactNeighborY="-21603">
        <dgm:presLayoutVars>
          <dgm:chPref val="3"/>
        </dgm:presLayoutVars>
      </dgm:prSet>
      <dgm:spPr/>
    </dgm:pt>
    <dgm:pt modelId="{A9E2F09C-5FC5-461C-AEA5-B2B6B551EB30}" type="pres">
      <dgm:prSet presAssocID="{032E3B14-6CE4-40C6-A587-54AC0983D934}" presName="level3hierChild" presStyleCnt="0"/>
      <dgm:spPr/>
    </dgm:pt>
    <dgm:pt modelId="{62B7D078-9ED3-4320-8ADC-BC8A287DFB18}" type="pres">
      <dgm:prSet presAssocID="{B8D05EDB-FE5F-4DEE-91DE-517B2EA40C85}" presName="conn2-1" presStyleLbl="parChTrans1D2" presStyleIdx="3" presStyleCnt="6"/>
      <dgm:spPr/>
    </dgm:pt>
    <dgm:pt modelId="{6DADB9F8-1BC4-4D1E-894C-65FAB4D47399}" type="pres">
      <dgm:prSet presAssocID="{B8D05EDB-FE5F-4DEE-91DE-517B2EA40C85}" presName="connTx" presStyleLbl="parChTrans1D2" presStyleIdx="3" presStyleCnt="6"/>
      <dgm:spPr/>
    </dgm:pt>
    <dgm:pt modelId="{E28CB804-8DAC-4627-A769-9954B7401531}" type="pres">
      <dgm:prSet presAssocID="{48481C0F-B822-471F-8E73-2BB938D4651D}" presName="root2" presStyleCnt="0"/>
      <dgm:spPr/>
    </dgm:pt>
    <dgm:pt modelId="{388DFE42-A6F3-41BE-9C43-E589FF7E3BEB}" type="pres">
      <dgm:prSet presAssocID="{48481C0F-B822-471F-8E73-2BB938D4651D}" presName="LevelTwoTextNode" presStyleLbl="node2" presStyleIdx="3" presStyleCnt="6" custScaleX="110899" custScaleY="60346" custLinFactX="-100000" custLinFactNeighborX="-153788" custLinFactNeighborY="-7890">
        <dgm:presLayoutVars>
          <dgm:chPref val="3"/>
        </dgm:presLayoutVars>
      </dgm:prSet>
      <dgm:spPr/>
    </dgm:pt>
    <dgm:pt modelId="{1A563A88-C9E9-4DA4-BE85-229B9159DFF7}" type="pres">
      <dgm:prSet presAssocID="{48481C0F-B822-471F-8E73-2BB938D4651D}" presName="level3hierChild" presStyleCnt="0"/>
      <dgm:spPr/>
    </dgm:pt>
    <dgm:pt modelId="{78EC6A85-8F91-492D-AC7D-768B8AC27646}" type="pres">
      <dgm:prSet presAssocID="{AB9BA996-B7F6-4931-B2AF-A0DD241BBFC9}" presName="conn2-1" presStyleLbl="parChTrans1D2" presStyleIdx="4" presStyleCnt="6"/>
      <dgm:spPr/>
    </dgm:pt>
    <dgm:pt modelId="{5DC74DAA-2E17-4380-B9E4-836C365036CE}" type="pres">
      <dgm:prSet presAssocID="{AB9BA996-B7F6-4931-B2AF-A0DD241BBFC9}" presName="connTx" presStyleLbl="parChTrans1D2" presStyleIdx="4" presStyleCnt="6"/>
      <dgm:spPr/>
    </dgm:pt>
    <dgm:pt modelId="{3D5C14E9-726A-4CE1-B331-9BABFEDE7114}" type="pres">
      <dgm:prSet presAssocID="{7850BD13-E4B6-4E87-B2C5-D14E35029FD7}" presName="root2" presStyleCnt="0"/>
      <dgm:spPr/>
    </dgm:pt>
    <dgm:pt modelId="{C6C4AD09-35DE-4C7F-8DE1-5083BF9E56C3}" type="pres">
      <dgm:prSet presAssocID="{7850BD13-E4B6-4E87-B2C5-D14E35029FD7}" presName="LevelTwoTextNode" presStyleLbl="node2" presStyleIdx="4" presStyleCnt="6" custScaleX="110899" custScaleY="60346" custLinFactX="-100000" custLinFactNeighborX="-153788" custLinFactNeighborY="-7890">
        <dgm:presLayoutVars>
          <dgm:chPref val="3"/>
        </dgm:presLayoutVars>
      </dgm:prSet>
      <dgm:spPr/>
    </dgm:pt>
    <dgm:pt modelId="{E0B05552-C939-49A6-AC59-27A5B4BFDA2E}" type="pres">
      <dgm:prSet presAssocID="{7850BD13-E4B6-4E87-B2C5-D14E35029FD7}" presName="level3hierChild" presStyleCnt="0"/>
      <dgm:spPr/>
    </dgm:pt>
    <dgm:pt modelId="{4A969E54-DF3E-440F-B494-6984A09809EA}" type="pres">
      <dgm:prSet presAssocID="{C75E1962-0F22-46DA-9449-276F26DBD72E}" presName="conn2-1" presStyleLbl="parChTrans1D3" presStyleIdx="8" presStyleCnt="16"/>
      <dgm:spPr/>
    </dgm:pt>
    <dgm:pt modelId="{F4349173-D7E5-4C82-BA75-F7AE4F81CBA0}" type="pres">
      <dgm:prSet presAssocID="{C75E1962-0F22-46DA-9449-276F26DBD72E}" presName="connTx" presStyleLbl="parChTrans1D3" presStyleIdx="8" presStyleCnt="16"/>
      <dgm:spPr/>
    </dgm:pt>
    <dgm:pt modelId="{9A09517C-6C05-4E22-AC00-F4E183976138}" type="pres">
      <dgm:prSet presAssocID="{6416AE02-D257-4333-83BF-1F730CA0EE1A}" presName="root2" presStyleCnt="0"/>
      <dgm:spPr/>
    </dgm:pt>
    <dgm:pt modelId="{8BA5D6D8-D06E-44AF-BB85-B5DF4A0F196A}" type="pres">
      <dgm:prSet presAssocID="{6416AE02-D257-4333-83BF-1F730CA0EE1A}" presName="LevelTwoTextNode" presStyleLbl="node3" presStyleIdx="8" presStyleCnt="16" custScaleX="108369" custScaleY="55923" custLinFactX="621" custLinFactNeighborX="100000" custLinFactNeighborY="24256">
        <dgm:presLayoutVars>
          <dgm:chPref val="3"/>
        </dgm:presLayoutVars>
      </dgm:prSet>
      <dgm:spPr/>
    </dgm:pt>
    <dgm:pt modelId="{3256D683-9D51-4FE0-AD52-B6BBA038A945}" type="pres">
      <dgm:prSet presAssocID="{6416AE02-D257-4333-83BF-1F730CA0EE1A}" presName="level3hierChild" presStyleCnt="0"/>
      <dgm:spPr/>
    </dgm:pt>
    <dgm:pt modelId="{32B6A180-1955-48B8-AF1D-E5C4BABD91A4}" type="pres">
      <dgm:prSet presAssocID="{77C60819-AB50-4020-ABE2-21740DBB6787}" presName="conn2-1" presStyleLbl="parChTrans1D3" presStyleIdx="9" presStyleCnt="16"/>
      <dgm:spPr/>
    </dgm:pt>
    <dgm:pt modelId="{D6D4E718-1C3A-4FE7-8FB9-CC386ED44ED0}" type="pres">
      <dgm:prSet presAssocID="{77C60819-AB50-4020-ABE2-21740DBB6787}" presName="connTx" presStyleLbl="parChTrans1D3" presStyleIdx="9" presStyleCnt="16"/>
      <dgm:spPr/>
    </dgm:pt>
    <dgm:pt modelId="{8DFFA24F-36BA-4FA5-B958-AD18AABDF93C}" type="pres">
      <dgm:prSet presAssocID="{E4F9980B-A1C2-4EAC-83F5-33F5CA51E299}" presName="root2" presStyleCnt="0"/>
      <dgm:spPr/>
    </dgm:pt>
    <dgm:pt modelId="{8B9AD583-E4D4-4E29-AD8B-F6A3F09B5C41}" type="pres">
      <dgm:prSet presAssocID="{E4F9980B-A1C2-4EAC-83F5-33F5CA51E299}" presName="LevelTwoTextNode" presStyleLbl="node3" presStyleIdx="9" presStyleCnt="16" custScaleX="108369" custScaleY="55923" custLinFactX="621" custLinFactNeighborX="100000" custLinFactNeighborY="24256">
        <dgm:presLayoutVars>
          <dgm:chPref val="3"/>
        </dgm:presLayoutVars>
      </dgm:prSet>
      <dgm:spPr/>
    </dgm:pt>
    <dgm:pt modelId="{65AB330C-0B50-4A9D-A230-A118F357DE29}" type="pres">
      <dgm:prSet presAssocID="{E4F9980B-A1C2-4EAC-83F5-33F5CA51E299}" presName="level3hierChild" presStyleCnt="0"/>
      <dgm:spPr/>
    </dgm:pt>
    <dgm:pt modelId="{0C1032A9-C278-474B-82BD-D7D06EBE367B}" type="pres">
      <dgm:prSet presAssocID="{E2D49C7E-F700-4362-9368-3360E3285B12}" presName="conn2-1" presStyleLbl="parChTrans1D3" presStyleIdx="10" presStyleCnt="16"/>
      <dgm:spPr/>
    </dgm:pt>
    <dgm:pt modelId="{BFC18604-75CB-4DE4-8599-5A6CDB5DC47C}" type="pres">
      <dgm:prSet presAssocID="{E2D49C7E-F700-4362-9368-3360E3285B12}" presName="connTx" presStyleLbl="parChTrans1D3" presStyleIdx="10" presStyleCnt="16"/>
      <dgm:spPr/>
    </dgm:pt>
    <dgm:pt modelId="{3A7D25BF-6BE7-4C73-84E4-C2704A29837F}" type="pres">
      <dgm:prSet presAssocID="{AB25F681-9753-4ED3-BDBC-0179C81288E4}" presName="root2" presStyleCnt="0"/>
      <dgm:spPr/>
    </dgm:pt>
    <dgm:pt modelId="{7AF735E4-06EC-455B-B563-20A3B227FE10}" type="pres">
      <dgm:prSet presAssocID="{AB25F681-9753-4ED3-BDBC-0179C81288E4}" presName="LevelTwoTextNode" presStyleLbl="node3" presStyleIdx="10" presStyleCnt="16" custScaleX="93665" custScaleY="55923" custLinFactX="100000" custLinFactNeighborX="120750" custLinFactNeighborY="1099">
        <dgm:presLayoutVars>
          <dgm:chPref val="3"/>
        </dgm:presLayoutVars>
      </dgm:prSet>
      <dgm:spPr/>
    </dgm:pt>
    <dgm:pt modelId="{B2A037E9-3EEF-46EF-ACCD-4BBF933487FB}" type="pres">
      <dgm:prSet presAssocID="{AB25F681-9753-4ED3-BDBC-0179C81288E4}" presName="level3hierChild" presStyleCnt="0"/>
      <dgm:spPr/>
    </dgm:pt>
    <dgm:pt modelId="{D19BC39F-6E30-4D7A-8B80-4AAD11FCD4B5}" type="pres">
      <dgm:prSet presAssocID="{885A799E-1AF5-4941-A066-280E9CE65527}" presName="conn2-1" presStyleLbl="parChTrans1D3" presStyleIdx="11" presStyleCnt="16"/>
      <dgm:spPr/>
    </dgm:pt>
    <dgm:pt modelId="{C1D89114-AEE8-4865-BC78-CB0AFEDCABC0}" type="pres">
      <dgm:prSet presAssocID="{885A799E-1AF5-4941-A066-280E9CE65527}" presName="connTx" presStyleLbl="parChTrans1D3" presStyleIdx="11" presStyleCnt="16"/>
      <dgm:spPr/>
    </dgm:pt>
    <dgm:pt modelId="{23557D5B-C108-44F4-86AF-27D567D16FB2}" type="pres">
      <dgm:prSet presAssocID="{1A49DC06-4117-4667-AB30-E6D51AA4217B}" presName="root2" presStyleCnt="0"/>
      <dgm:spPr/>
    </dgm:pt>
    <dgm:pt modelId="{E31DFE20-A54A-4CE3-8563-1448FBD89765}" type="pres">
      <dgm:prSet presAssocID="{1A49DC06-4117-4667-AB30-E6D51AA4217B}" presName="LevelTwoTextNode" presStyleLbl="node3" presStyleIdx="11" presStyleCnt="16" custScaleX="93665" custScaleY="55923" custLinFactX="100000" custLinFactNeighborX="120750" custLinFactNeighborY="1099">
        <dgm:presLayoutVars>
          <dgm:chPref val="3"/>
        </dgm:presLayoutVars>
      </dgm:prSet>
      <dgm:spPr/>
    </dgm:pt>
    <dgm:pt modelId="{58C499DA-DCD2-4389-89C5-A9BC03AF500E}" type="pres">
      <dgm:prSet presAssocID="{1A49DC06-4117-4667-AB30-E6D51AA4217B}" presName="level3hierChild" presStyleCnt="0"/>
      <dgm:spPr/>
    </dgm:pt>
    <dgm:pt modelId="{7F5D89EB-19E4-4DDA-9F7C-C81FABCA9B42}" type="pres">
      <dgm:prSet presAssocID="{03C1B0D6-FF5A-4AE2-84BF-868031B47D9D}" presName="conn2-1" presStyleLbl="parChTrans1D2" presStyleIdx="5" presStyleCnt="6"/>
      <dgm:spPr/>
    </dgm:pt>
    <dgm:pt modelId="{38ADD085-6423-4579-8016-F5C1E91B22A2}" type="pres">
      <dgm:prSet presAssocID="{03C1B0D6-FF5A-4AE2-84BF-868031B47D9D}" presName="connTx" presStyleLbl="parChTrans1D2" presStyleIdx="5" presStyleCnt="6"/>
      <dgm:spPr/>
    </dgm:pt>
    <dgm:pt modelId="{5EA1FB08-7464-4FB9-8D5A-BB74DCEBDF46}" type="pres">
      <dgm:prSet presAssocID="{09656DC0-0C6B-433A-9940-6228F7F94059}" presName="root2" presStyleCnt="0"/>
      <dgm:spPr/>
    </dgm:pt>
    <dgm:pt modelId="{1D485976-9832-4921-80AA-D5BA00058D19}" type="pres">
      <dgm:prSet presAssocID="{09656DC0-0C6B-433A-9940-6228F7F94059}" presName="LevelTwoTextNode" presStyleLbl="node2" presStyleIdx="5" presStyleCnt="6" custScaleX="110899" custScaleY="60346" custLinFactX="-100000" custLinFactNeighborX="-153788" custLinFactNeighborY="-7890">
        <dgm:presLayoutVars>
          <dgm:chPref val="3"/>
        </dgm:presLayoutVars>
      </dgm:prSet>
      <dgm:spPr/>
    </dgm:pt>
    <dgm:pt modelId="{A9F55A90-6CFF-465A-A09B-37CBFEB5E211}" type="pres">
      <dgm:prSet presAssocID="{09656DC0-0C6B-433A-9940-6228F7F94059}" presName="level3hierChild" presStyleCnt="0"/>
      <dgm:spPr/>
    </dgm:pt>
    <dgm:pt modelId="{5D30D867-3AD3-4001-8D46-C86AE68B5009}" type="pres">
      <dgm:prSet presAssocID="{5FEBEC69-6416-4AB7-8D62-7BE343D80296}" presName="conn2-1" presStyleLbl="parChTrans1D3" presStyleIdx="12" presStyleCnt="16"/>
      <dgm:spPr/>
    </dgm:pt>
    <dgm:pt modelId="{E0258720-22C5-4AE4-9A47-40139754C70B}" type="pres">
      <dgm:prSet presAssocID="{5FEBEC69-6416-4AB7-8D62-7BE343D80296}" presName="connTx" presStyleLbl="parChTrans1D3" presStyleIdx="12" presStyleCnt="16"/>
      <dgm:spPr/>
    </dgm:pt>
    <dgm:pt modelId="{CC30CF0C-C3E1-4E52-A1CE-5ED2D384DEFD}" type="pres">
      <dgm:prSet presAssocID="{82FA5067-C094-4986-9F52-CF769E21AF47}" presName="root2" presStyleCnt="0"/>
      <dgm:spPr/>
    </dgm:pt>
    <dgm:pt modelId="{8E844B66-AF7D-40E7-8A63-86B2437FF90F}" type="pres">
      <dgm:prSet presAssocID="{82FA5067-C094-4986-9F52-CF769E21AF47}" presName="LevelTwoTextNode" presStyleLbl="node3" presStyleIdx="12" presStyleCnt="16" custScaleX="73602" custScaleY="55923" custLinFactNeighborX="-69693" custLinFactNeighborY="-7890">
        <dgm:presLayoutVars>
          <dgm:chPref val="3"/>
        </dgm:presLayoutVars>
      </dgm:prSet>
      <dgm:spPr/>
    </dgm:pt>
    <dgm:pt modelId="{404D8DF4-81AF-482E-9FA6-2DD942338155}" type="pres">
      <dgm:prSet presAssocID="{82FA5067-C094-4986-9F52-CF769E21AF47}" presName="level3hierChild" presStyleCnt="0"/>
      <dgm:spPr/>
    </dgm:pt>
    <dgm:pt modelId="{21FD5E02-E9C9-4951-96E7-5516ADFEAD01}" type="pres">
      <dgm:prSet presAssocID="{DC284A94-8EA0-41BD-B1D2-1FBCC3D77677}" presName="conn2-1" presStyleLbl="parChTrans1D3" presStyleIdx="13" presStyleCnt="16"/>
      <dgm:spPr/>
    </dgm:pt>
    <dgm:pt modelId="{D9FAC522-8C95-416C-B388-D5B66E87AD9D}" type="pres">
      <dgm:prSet presAssocID="{DC284A94-8EA0-41BD-B1D2-1FBCC3D77677}" presName="connTx" presStyleLbl="parChTrans1D3" presStyleIdx="13" presStyleCnt="16"/>
      <dgm:spPr/>
    </dgm:pt>
    <dgm:pt modelId="{8C012931-D748-47F2-959D-98C23370FDE7}" type="pres">
      <dgm:prSet presAssocID="{F6F911A3-6A6C-439A-97C5-53BAAF0136CA}" presName="root2" presStyleCnt="0"/>
      <dgm:spPr/>
    </dgm:pt>
    <dgm:pt modelId="{6A770C92-00D4-4898-92C8-AD092616B293}" type="pres">
      <dgm:prSet presAssocID="{F6F911A3-6A6C-439A-97C5-53BAAF0136CA}" presName="LevelTwoTextNode" presStyleLbl="node3" presStyleIdx="13" presStyleCnt="16" custScaleX="73602" custScaleY="55923" custLinFactNeighborX="-69693" custLinFactNeighborY="-7890">
        <dgm:presLayoutVars>
          <dgm:chPref val="3"/>
        </dgm:presLayoutVars>
      </dgm:prSet>
      <dgm:spPr/>
    </dgm:pt>
    <dgm:pt modelId="{CA84BBED-A551-42FF-8FFF-EAB22D828871}" type="pres">
      <dgm:prSet presAssocID="{F6F911A3-6A6C-439A-97C5-53BAAF0136CA}" presName="level3hierChild" presStyleCnt="0"/>
      <dgm:spPr/>
    </dgm:pt>
    <dgm:pt modelId="{357141A7-8B66-4047-AA65-35848BA45F34}" type="pres">
      <dgm:prSet presAssocID="{1BAA95CA-6CC4-40B0-BD54-AAD759426C55}" presName="conn2-1" presStyleLbl="parChTrans1D3" presStyleIdx="14" presStyleCnt="16"/>
      <dgm:spPr/>
    </dgm:pt>
    <dgm:pt modelId="{99845688-34E9-46CA-9C95-CF118CBD2CC8}" type="pres">
      <dgm:prSet presAssocID="{1BAA95CA-6CC4-40B0-BD54-AAD759426C55}" presName="connTx" presStyleLbl="parChTrans1D3" presStyleIdx="14" presStyleCnt="16"/>
      <dgm:spPr/>
    </dgm:pt>
    <dgm:pt modelId="{2BC696A4-6C6E-44E2-8A1A-52A86AE71F3E}" type="pres">
      <dgm:prSet presAssocID="{D41B6F02-FB39-4038-81E9-7BE9D2B1AB5B}" presName="root2" presStyleCnt="0"/>
      <dgm:spPr/>
    </dgm:pt>
    <dgm:pt modelId="{2E0CC225-99F3-479E-B435-8860C1C03626}" type="pres">
      <dgm:prSet presAssocID="{D41B6F02-FB39-4038-81E9-7BE9D2B1AB5B}" presName="LevelTwoTextNode" presStyleLbl="node3" presStyleIdx="14" presStyleCnt="16" custScaleX="84058" custScaleY="55923" custLinFactNeighborX="33068" custLinFactNeighborY="-10018">
        <dgm:presLayoutVars>
          <dgm:chPref val="3"/>
        </dgm:presLayoutVars>
      </dgm:prSet>
      <dgm:spPr/>
    </dgm:pt>
    <dgm:pt modelId="{D8020256-7DE1-4056-946C-5A56FCB1980E}" type="pres">
      <dgm:prSet presAssocID="{D41B6F02-FB39-4038-81E9-7BE9D2B1AB5B}" presName="level3hierChild" presStyleCnt="0"/>
      <dgm:spPr/>
    </dgm:pt>
    <dgm:pt modelId="{954170EF-0423-474C-9693-4CD673B73621}" type="pres">
      <dgm:prSet presAssocID="{043515D0-F64B-4116-889C-272A6D91F6EA}" presName="conn2-1" presStyleLbl="parChTrans1D3" presStyleIdx="15" presStyleCnt="16"/>
      <dgm:spPr/>
    </dgm:pt>
    <dgm:pt modelId="{199F5BAF-3985-4105-B679-030ADD2286A8}" type="pres">
      <dgm:prSet presAssocID="{043515D0-F64B-4116-889C-272A6D91F6EA}" presName="connTx" presStyleLbl="parChTrans1D3" presStyleIdx="15" presStyleCnt="16"/>
      <dgm:spPr/>
    </dgm:pt>
    <dgm:pt modelId="{DB637D0D-8D9C-49AD-9FF3-7CD9848B3DA1}" type="pres">
      <dgm:prSet presAssocID="{AD60FBBE-D213-42EA-AD52-BEAB4053BE91}" presName="root2" presStyleCnt="0"/>
      <dgm:spPr/>
    </dgm:pt>
    <dgm:pt modelId="{F8872829-5679-409C-ABB5-8BF475C24AE2}" type="pres">
      <dgm:prSet presAssocID="{AD60FBBE-D213-42EA-AD52-BEAB4053BE91}" presName="LevelTwoTextNode" presStyleLbl="node3" presStyleIdx="15" presStyleCnt="16" custScaleX="84058" custScaleY="55923" custLinFactNeighborX="33289" custLinFactNeighborY="-7918">
        <dgm:presLayoutVars>
          <dgm:chPref val="3"/>
        </dgm:presLayoutVars>
      </dgm:prSet>
      <dgm:spPr/>
    </dgm:pt>
    <dgm:pt modelId="{0E8C7E4A-CAD2-486A-BA17-949C33BC36BF}" type="pres">
      <dgm:prSet presAssocID="{AD60FBBE-D213-42EA-AD52-BEAB4053BE91}" presName="level3hierChild" presStyleCnt="0"/>
      <dgm:spPr/>
    </dgm:pt>
  </dgm:ptLst>
  <dgm:cxnLst>
    <dgm:cxn modelId="{1F366F00-49F6-452D-AFFD-24DAB7D9C113}" type="presOf" srcId="{77C60819-AB50-4020-ABE2-21740DBB6787}" destId="{D6D4E718-1C3A-4FE7-8FB9-CC386ED44ED0}" srcOrd="1" destOrd="0" presId="urn:microsoft.com/office/officeart/2005/8/layout/hierarchy2"/>
    <dgm:cxn modelId="{14F6B207-9228-4EDC-A8C2-758ED94D70F0}" srcId="{D718B015-6D09-4449-A444-8ED004824CDD}" destId="{28CF8ED0-A459-48A7-A51A-B85C1934ED7A}" srcOrd="0" destOrd="0" parTransId="{425F841F-37F6-4956-9542-04AFAF711258}" sibTransId="{3C769091-DEA2-4E43-8543-C522B6737CCE}"/>
    <dgm:cxn modelId="{55DDA50B-46AC-4BA2-A98D-A6FA50982F97}" type="presOf" srcId="{3C5AB3B5-6DD6-4AE6-8203-2ACBE79C2C9F}" destId="{19030EE0-4685-4B12-94D0-FE54F10AB902}" srcOrd="0" destOrd="0" presId="urn:microsoft.com/office/officeart/2005/8/layout/hierarchy2"/>
    <dgm:cxn modelId="{E09C1F0F-C153-4E91-9F4C-83180AD18EE5}" type="presOf" srcId="{DC284A94-8EA0-41BD-B1D2-1FBCC3D77677}" destId="{21FD5E02-E9C9-4951-96E7-5516ADFEAD01}" srcOrd="0" destOrd="0" presId="urn:microsoft.com/office/officeart/2005/8/layout/hierarchy2"/>
    <dgm:cxn modelId="{C3851010-874A-40E5-BA35-354E721B7E8C}" srcId="{8BE455D6-72F1-45FC-B634-2FCE34F850F4}" destId="{DCBB8027-66B2-4F12-B65B-2C3611F4775F}" srcOrd="1" destOrd="0" parTransId="{77A2DAFA-27A4-476B-8E15-7F1F533A196C}" sibTransId="{B55F6477-7B27-4078-B504-74A8B1D8B77D}"/>
    <dgm:cxn modelId="{B3582215-163E-44B5-A423-3C35955F9C71}" type="presOf" srcId="{DCBB8027-66B2-4F12-B65B-2C3611F4775F}" destId="{55CE902E-B7BA-4EFE-B50A-91AFF2B59AEF}" srcOrd="0" destOrd="0" presId="urn:microsoft.com/office/officeart/2005/8/layout/hierarchy2"/>
    <dgm:cxn modelId="{05A54516-75D1-407B-9BEC-0F40A4D11267}" srcId="{D718B015-6D09-4449-A444-8ED004824CDD}" destId="{8BE455D6-72F1-45FC-B634-2FCE34F850F4}" srcOrd="2" destOrd="0" parTransId="{CC63F0E1-19E7-41B8-BC06-07590C6E2CBE}" sibTransId="{C7F4E219-39E1-4CE0-8073-E8ECEB4EBC44}"/>
    <dgm:cxn modelId="{5AFA8818-B80F-483E-AC59-1888439C576D}" type="presOf" srcId="{7850BD13-E4B6-4E87-B2C5-D14E35029FD7}" destId="{C6C4AD09-35DE-4C7F-8DE1-5083BF9E56C3}" srcOrd="0" destOrd="0" presId="urn:microsoft.com/office/officeart/2005/8/layout/hierarchy2"/>
    <dgm:cxn modelId="{2B887119-0C99-41FF-808F-1F522C8B9724}" type="presOf" srcId="{E73F0230-F72A-44F0-B8E0-CA21012D6113}" destId="{EDAEDEEC-EBB0-4CE5-948A-2BAC6AE06959}" srcOrd="0" destOrd="0" presId="urn:microsoft.com/office/officeart/2005/8/layout/hierarchy2"/>
    <dgm:cxn modelId="{3CB17322-88B0-4856-8689-244FD87AC605}" srcId="{71A5C9EC-8B23-4864-9A42-A813988463E1}" destId="{D718B015-6D09-4449-A444-8ED004824CDD}" srcOrd="0" destOrd="0" parTransId="{5AA860E4-B69C-418D-ADAB-80763C0E10DA}" sibTransId="{51464956-5FF9-44D4-AA4D-AA7A2C57D8DA}"/>
    <dgm:cxn modelId="{C4E44325-A751-47F2-B62F-E541D603E761}" type="presOf" srcId="{42947071-C523-49E3-AACE-04F14D45DF92}" destId="{C511D042-F6E5-4F02-B5E9-EEE45228A714}" srcOrd="1" destOrd="0" presId="urn:microsoft.com/office/officeart/2005/8/layout/hierarchy2"/>
    <dgm:cxn modelId="{2DDD6828-D9A0-45AF-A409-77FF10AE8293}" srcId="{7850BD13-E4B6-4E87-B2C5-D14E35029FD7}" destId="{1A49DC06-4117-4667-AB30-E6D51AA4217B}" srcOrd="3" destOrd="0" parTransId="{885A799E-1AF5-4941-A066-280E9CE65527}" sibTransId="{BCE2A31A-64CA-4943-925F-82315306D8B0}"/>
    <dgm:cxn modelId="{EA2DAA2C-C462-4145-A6BB-4557248E2D38}" type="presOf" srcId="{82FA5067-C094-4986-9F52-CF769E21AF47}" destId="{8E844B66-AF7D-40E7-8A63-86B2437FF90F}" srcOrd="0" destOrd="0" presId="urn:microsoft.com/office/officeart/2005/8/layout/hierarchy2"/>
    <dgm:cxn modelId="{E0699E36-3035-4A7A-BA4A-8EC0CFE8B11C}" type="presOf" srcId="{C75E1962-0F22-46DA-9449-276F26DBD72E}" destId="{F4349173-D7E5-4C82-BA75-F7AE4F81CBA0}" srcOrd="1" destOrd="0" presId="urn:microsoft.com/office/officeart/2005/8/layout/hierarchy2"/>
    <dgm:cxn modelId="{E457B63B-1567-49D8-B9EE-CFE3AD0DC481}" type="presOf" srcId="{1BAA95CA-6CC4-40B0-BD54-AAD759426C55}" destId="{99845688-34E9-46CA-9C95-CF118CBD2CC8}" srcOrd="1" destOrd="0" presId="urn:microsoft.com/office/officeart/2005/8/layout/hierarchy2"/>
    <dgm:cxn modelId="{AD4BB63C-7607-401E-A306-4866B5697A2A}" type="presOf" srcId="{8E56E5C0-28C6-49D7-8E7B-B70A3AB9C7D9}" destId="{0671BC84-A5C0-4CD9-BF13-35AEC63A5C54}" srcOrd="0" destOrd="0" presId="urn:microsoft.com/office/officeart/2005/8/layout/hierarchy2"/>
    <dgm:cxn modelId="{2D1A383D-A8C1-4854-8E9F-EA17D633D3F7}" type="presOf" srcId="{425F841F-37F6-4956-9542-04AFAF711258}" destId="{8B2DC18E-59BB-40E2-8C3C-7629AFD420A7}" srcOrd="1" destOrd="0" presId="urn:microsoft.com/office/officeart/2005/8/layout/hierarchy2"/>
    <dgm:cxn modelId="{0EED9B3D-2D83-435E-9C2B-06AFDEED3D1F}" type="presOf" srcId="{D718B015-6D09-4449-A444-8ED004824CDD}" destId="{9E2227BC-7463-45A1-B310-664CD4815CB1}" srcOrd="0" destOrd="0" presId="urn:microsoft.com/office/officeart/2005/8/layout/hierarchy2"/>
    <dgm:cxn modelId="{1A840640-6DE9-4310-8C5A-4760AAC77D79}" srcId="{D718B015-6D09-4449-A444-8ED004824CDD}" destId="{09656DC0-0C6B-433A-9940-6228F7F94059}" srcOrd="5" destOrd="0" parTransId="{03C1B0D6-FF5A-4AE2-84BF-868031B47D9D}" sibTransId="{A6981ED8-A408-4E33-B243-7331FEF946B6}"/>
    <dgm:cxn modelId="{37A89E62-5567-4BA7-AD62-46499FE4827B}" type="presOf" srcId="{9C11F7A2-FF02-4FFE-907C-61FA902E5A43}" destId="{41311462-6F6F-4FEC-A015-7CE20EFAFD04}" srcOrd="1" destOrd="0" presId="urn:microsoft.com/office/officeart/2005/8/layout/hierarchy2"/>
    <dgm:cxn modelId="{FA4EA545-5E5C-4C56-8DE8-761AB5AF900A}" srcId="{28CF8ED0-A459-48A7-A51A-B85C1934ED7A}" destId="{5501B20F-CFDD-429C-AA32-63D1B9F031C9}" srcOrd="1" destOrd="0" parTransId="{3C5AB3B5-6DD6-4AE6-8203-2ACBE79C2C9F}" sibTransId="{3D41DF60-D82D-4966-9FF8-7FBC82F9AD3A}"/>
    <dgm:cxn modelId="{FB132266-5939-42A4-A3EB-3959350EC5F9}" type="presOf" srcId="{043515D0-F64B-4116-889C-272A6D91F6EA}" destId="{954170EF-0423-474C-9693-4CD673B73621}" srcOrd="0" destOrd="0" presId="urn:microsoft.com/office/officeart/2005/8/layout/hierarchy2"/>
    <dgm:cxn modelId="{BCF0C647-F08B-4622-9408-2FC217426274}" type="presOf" srcId="{AB25F681-9753-4ED3-BDBC-0179C81288E4}" destId="{7AF735E4-06EC-455B-B563-20A3B227FE10}" srcOrd="0" destOrd="0" presId="urn:microsoft.com/office/officeart/2005/8/layout/hierarchy2"/>
    <dgm:cxn modelId="{D46D1A68-C27D-4528-9CCB-51208F2F6C3E}" srcId="{D718B015-6D09-4449-A444-8ED004824CDD}" destId="{7850BD13-E4B6-4E87-B2C5-D14E35029FD7}" srcOrd="4" destOrd="0" parTransId="{AB9BA996-B7F6-4931-B2AF-A0DD241BBFC9}" sibTransId="{52FEE689-CEDD-4FF3-9D29-ACC4BAE87DBA}"/>
    <dgm:cxn modelId="{55F8304A-16F2-4E7C-A949-4BA59C35053B}" type="presOf" srcId="{1356D003-798B-448A-BCF4-6EB21832F13C}" destId="{4B09E4BD-6E45-4F60-9565-B5CAAAA85E14}" srcOrd="0" destOrd="0" presId="urn:microsoft.com/office/officeart/2005/8/layout/hierarchy2"/>
    <dgm:cxn modelId="{94335A4A-8C61-4B2E-8A97-D92402B9D77A}" type="presOf" srcId="{77A2DAFA-27A4-476B-8E15-7F1F533A196C}" destId="{2BF70E99-7B8C-4DAE-876C-6D5EE3003621}" srcOrd="0" destOrd="0" presId="urn:microsoft.com/office/officeart/2005/8/layout/hierarchy2"/>
    <dgm:cxn modelId="{35EB9C6A-099C-40EA-B7E6-6D3A51D6B4D8}" type="presOf" srcId="{38883F51-62C9-4128-ADE5-1B3F493D0223}" destId="{A20D7EBA-03CF-4D5B-85CC-37B8D3809155}" srcOrd="0" destOrd="0" presId="urn:microsoft.com/office/officeart/2005/8/layout/hierarchy2"/>
    <dgm:cxn modelId="{4EE7794B-6DBF-406E-8C70-B1D0D3432FC2}" type="presOf" srcId="{12B7D35A-15F3-4291-BF8B-6D1FEAB75335}" destId="{DE4BEB08-3CBC-42CD-958D-7A344E824ABA}" srcOrd="0" destOrd="0" presId="urn:microsoft.com/office/officeart/2005/8/layout/hierarchy2"/>
    <dgm:cxn modelId="{27B18A6B-F09A-4AFE-8A79-95FAFF2D9ED3}" srcId="{09656DC0-0C6B-433A-9940-6228F7F94059}" destId="{D41B6F02-FB39-4038-81E9-7BE9D2B1AB5B}" srcOrd="2" destOrd="0" parTransId="{1BAA95CA-6CC4-40B0-BD54-AAD759426C55}" sibTransId="{924F268B-2068-4ED4-82D2-0CC8BBA3973F}"/>
    <dgm:cxn modelId="{FDE7344D-C3DC-4CFD-BBC9-F9114C70CFCC}" type="presOf" srcId="{62593CD7-C81D-443C-9B11-2118E34C8C12}" destId="{89FCA140-E871-4280-9DBA-5AE0E16C2E7A}" srcOrd="0" destOrd="0" presId="urn:microsoft.com/office/officeart/2005/8/layout/hierarchy2"/>
    <dgm:cxn modelId="{91743D4E-1C20-4941-A08D-D62F61436DB6}" type="presOf" srcId="{C75E1962-0F22-46DA-9449-276F26DBD72E}" destId="{4A969E54-DF3E-440F-B494-6984A09809EA}" srcOrd="0" destOrd="0" presId="urn:microsoft.com/office/officeart/2005/8/layout/hierarchy2"/>
    <dgm:cxn modelId="{E5AF144F-E1D0-45A4-B468-F5400EA9F81A}" type="presOf" srcId="{885A799E-1AF5-4941-A066-280E9CE65527}" destId="{C1D89114-AEE8-4865-BC78-CB0AFEDCABC0}" srcOrd="1" destOrd="0" presId="urn:microsoft.com/office/officeart/2005/8/layout/hierarchy2"/>
    <dgm:cxn modelId="{C163E270-28C1-4D44-93F5-0383F53D2ED5}" type="presOf" srcId="{6B6370F4-69E3-429E-90A5-42807C52DF24}" destId="{2C37A9E2-3F5C-411F-B782-E26891F12431}" srcOrd="1" destOrd="0" presId="urn:microsoft.com/office/officeart/2005/8/layout/hierarchy2"/>
    <dgm:cxn modelId="{B2749172-B533-483C-92F9-F199786B8508}" type="presOf" srcId="{82592E13-E97B-4B67-AF6E-7D00A4123368}" destId="{E93BCB9E-75DB-4F49-B743-EEDA4DDFF54C}" srcOrd="0" destOrd="0" presId="urn:microsoft.com/office/officeart/2005/8/layout/hierarchy2"/>
    <dgm:cxn modelId="{0209B852-D597-4079-A449-8512D5E73280}" type="presOf" srcId="{28CF8ED0-A459-48A7-A51A-B85C1934ED7A}" destId="{25ABC311-91F5-4656-9ACD-730425E4219F}" srcOrd="0" destOrd="0" presId="urn:microsoft.com/office/officeart/2005/8/layout/hierarchy2"/>
    <dgm:cxn modelId="{C6FB3D73-BBF9-4A3D-BC73-AF6DBB190D0D}" type="presOf" srcId="{3C5AB3B5-6DD6-4AE6-8203-2ACBE79C2C9F}" destId="{70299EF4-00A3-4DAD-B2E7-27E20B93185C}" srcOrd="1" destOrd="0" presId="urn:microsoft.com/office/officeart/2005/8/layout/hierarchy2"/>
    <dgm:cxn modelId="{8E88D853-7805-49EC-BCE2-AAADE7D83157}" type="presOf" srcId="{9C11F7A2-FF02-4FFE-907C-61FA902E5A43}" destId="{11E8A090-B84B-4159-9C9C-4FC51AFDB391}" srcOrd="0" destOrd="0" presId="urn:microsoft.com/office/officeart/2005/8/layout/hierarchy2"/>
    <dgm:cxn modelId="{BA70DD74-240A-4CC4-AA06-96A692E3BCE3}" srcId="{09656DC0-0C6B-433A-9940-6228F7F94059}" destId="{82FA5067-C094-4986-9F52-CF769E21AF47}" srcOrd="0" destOrd="0" parTransId="{5FEBEC69-6416-4AB7-8D62-7BE343D80296}" sibTransId="{BA0878F5-59CE-4611-83A7-29DCF2A3490F}"/>
    <dgm:cxn modelId="{B9E73757-3C25-4175-93B8-B1C389FFE873}" srcId="{09656DC0-0C6B-433A-9940-6228F7F94059}" destId="{AD60FBBE-D213-42EA-AD52-BEAB4053BE91}" srcOrd="3" destOrd="0" parTransId="{043515D0-F64B-4116-889C-272A6D91F6EA}" sibTransId="{8B80DE2E-3085-48F8-8454-F740410602B3}"/>
    <dgm:cxn modelId="{E0207979-1FC6-40E9-ACDB-D53497291E84}" type="presOf" srcId="{03C1B0D6-FF5A-4AE2-84BF-868031B47D9D}" destId="{7F5D89EB-19E4-4DDA-9F7C-C81FABCA9B42}" srcOrd="0" destOrd="0" presId="urn:microsoft.com/office/officeart/2005/8/layout/hierarchy2"/>
    <dgm:cxn modelId="{56EF117B-495C-4D02-B66C-9644A001A6E9}" srcId="{7850BD13-E4B6-4E87-B2C5-D14E35029FD7}" destId="{E4F9980B-A1C2-4EAC-83F5-33F5CA51E299}" srcOrd="1" destOrd="0" parTransId="{77C60819-AB50-4020-ABE2-21740DBB6787}" sibTransId="{C50ADB6B-120C-4FA7-9D54-0B41E2E299BC}"/>
    <dgm:cxn modelId="{84A5927B-6A4F-4A95-84DE-265B465C99E8}" type="presOf" srcId="{B8D05EDB-FE5F-4DEE-91DE-517B2EA40C85}" destId="{62B7D078-9ED3-4320-8ADC-BC8A287DFB18}" srcOrd="0" destOrd="0" presId="urn:microsoft.com/office/officeart/2005/8/layout/hierarchy2"/>
    <dgm:cxn modelId="{DF18B97B-7C89-4F56-BD75-DCBF034E9735}" type="presOf" srcId="{8BE455D6-72F1-45FC-B634-2FCE34F850F4}" destId="{847FED5D-4AFB-421D-B69F-6D92DE862B94}" srcOrd="0" destOrd="0" presId="urn:microsoft.com/office/officeart/2005/8/layout/hierarchy2"/>
    <dgm:cxn modelId="{C5FEE67C-4BE5-4F30-8E9D-5917477EDDFD}" srcId="{7850BD13-E4B6-4E87-B2C5-D14E35029FD7}" destId="{AB25F681-9753-4ED3-BDBC-0179C81288E4}" srcOrd="2" destOrd="0" parTransId="{E2D49C7E-F700-4362-9368-3360E3285B12}" sibTransId="{096C949E-EEAD-4B3A-878A-4567B7D6E364}"/>
    <dgm:cxn modelId="{46386D83-FFD4-4AF4-B2FF-EB534B243954}" srcId="{09656DC0-0C6B-433A-9940-6228F7F94059}" destId="{F6F911A3-6A6C-439A-97C5-53BAAF0136CA}" srcOrd="1" destOrd="0" parTransId="{DC284A94-8EA0-41BD-B1D2-1FBCC3D77677}" sibTransId="{EC540084-9D1F-4316-A365-3CA82416E7E1}"/>
    <dgm:cxn modelId="{B0787A83-EF89-411E-8933-89F9C7E3BB00}" type="presOf" srcId="{E2D49C7E-F700-4362-9368-3360E3285B12}" destId="{BFC18604-75CB-4DE4-8599-5A6CDB5DC47C}" srcOrd="1" destOrd="0" presId="urn:microsoft.com/office/officeart/2005/8/layout/hierarchy2"/>
    <dgm:cxn modelId="{EEC0BB83-4E02-46F5-A4AD-FF3453F6415D}" type="presOf" srcId="{5FEBEC69-6416-4AB7-8D62-7BE343D80296}" destId="{E0258720-22C5-4AE4-9A47-40139754C70B}" srcOrd="1" destOrd="0" presId="urn:microsoft.com/office/officeart/2005/8/layout/hierarchy2"/>
    <dgm:cxn modelId="{C1594485-706D-4AE2-B551-243263D13338}" type="presOf" srcId="{77C60819-AB50-4020-ABE2-21740DBB6787}" destId="{32B6A180-1955-48B8-AF1D-E5C4BABD91A4}" srcOrd="0" destOrd="0" presId="urn:microsoft.com/office/officeart/2005/8/layout/hierarchy2"/>
    <dgm:cxn modelId="{4140EE85-590F-4743-AF42-91F7C20030A5}" type="presOf" srcId="{032E3B14-6CE4-40C6-A587-54AC0983D934}" destId="{E1E48E68-165A-421A-A64E-48809F8A469E}" srcOrd="0" destOrd="0" presId="urn:microsoft.com/office/officeart/2005/8/layout/hierarchy2"/>
    <dgm:cxn modelId="{EBE1D48A-3796-4C8A-A56C-7D454208CFBC}" type="presOf" srcId="{E4F9980B-A1C2-4EAC-83F5-33F5CA51E299}" destId="{8B9AD583-E4D4-4E29-AD8B-F6A3F09B5C41}" srcOrd="0" destOrd="0" presId="urn:microsoft.com/office/officeart/2005/8/layout/hierarchy2"/>
    <dgm:cxn modelId="{1C7AC08D-B03D-4D48-891E-263A639D2CB0}" type="presOf" srcId="{7C817A81-3DFE-42BA-BC94-C2ECF5488C83}" destId="{F4990F14-8AF7-4BBF-BFEC-4DBC6120A852}" srcOrd="0" destOrd="0" presId="urn:microsoft.com/office/officeart/2005/8/layout/hierarchy2"/>
    <dgm:cxn modelId="{0DD6C293-CB8C-41FD-8EB3-720FD308F8F4}" srcId="{12B7D35A-15F3-4291-BF8B-6D1FEAB75335}" destId="{82592E13-E97B-4B67-AF6E-7D00A4123368}" srcOrd="0" destOrd="0" parTransId="{8E56E5C0-28C6-49D7-8E7B-B70A3AB9C7D9}" sibTransId="{D13CD132-5CB6-4018-A995-9D7DDA751C55}"/>
    <dgm:cxn modelId="{D407E095-DB9A-4F91-AD84-A3E060D88842}" srcId="{7850BD13-E4B6-4E87-B2C5-D14E35029FD7}" destId="{6416AE02-D257-4333-83BF-1F730CA0EE1A}" srcOrd="0" destOrd="0" parTransId="{C75E1962-0F22-46DA-9449-276F26DBD72E}" sibTransId="{35E3342F-93EA-4428-823D-B6616D7FF13D}"/>
    <dgm:cxn modelId="{09050A96-DFA8-4758-9E6A-B4A5BE0F6441}" type="presOf" srcId="{71A5C9EC-8B23-4864-9A42-A813988463E1}" destId="{A44FF5A6-4BD8-4FC0-98ED-71B74D7C6E07}" srcOrd="0" destOrd="0" presId="urn:microsoft.com/office/officeart/2005/8/layout/hierarchy2"/>
    <dgm:cxn modelId="{992AF896-8951-4EDB-B4EC-B62D71DC9987}" type="presOf" srcId="{AD60FBBE-D213-42EA-AD52-BEAB4053BE91}" destId="{F8872829-5679-409C-ABB5-8BF475C24AE2}" srcOrd="0" destOrd="0" presId="urn:microsoft.com/office/officeart/2005/8/layout/hierarchy2"/>
    <dgm:cxn modelId="{B0BE6897-64FB-483A-9FBD-E69DCF00F072}" type="presOf" srcId="{E73F0230-F72A-44F0-B8E0-CA21012D6113}" destId="{E018B310-D482-4BBA-ADCA-5403AF5BF13B}" srcOrd="1" destOrd="0" presId="urn:microsoft.com/office/officeart/2005/8/layout/hierarchy2"/>
    <dgm:cxn modelId="{4CBBD798-9CAE-4813-82D7-7BC0FC4144D0}" type="presOf" srcId="{1BAA95CA-6CC4-40B0-BD54-AAD759426C55}" destId="{357141A7-8B66-4047-AA65-35848BA45F34}" srcOrd="0" destOrd="0" presId="urn:microsoft.com/office/officeart/2005/8/layout/hierarchy2"/>
    <dgm:cxn modelId="{46937F9C-10B4-445B-9D51-BB3172A0A7E6}" type="presOf" srcId="{7C817A81-3DFE-42BA-BC94-C2ECF5488C83}" destId="{7C93EFDD-E760-4305-8B4A-927AE173C54B}" srcOrd="1" destOrd="0" presId="urn:microsoft.com/office/officeart/2005/8/layout/hierarchy2"/>
    <dgm:cxn modelId="{EEF4009F-5932-4F9A-A598-8426723898F2}" type="presOf" srcId="{1A49DC06-4117-4667-AB30-E6D51AA4217B}" destId="{E31DFE20-A54A-4CE3-8563-1448FBD89765}" srcOrd="0" destOrd="0" presId="urn:microsoft.com/office/officeart/2005/8/layout/hierarchy2"/>
    <dgm:cxn modelId="{8688729F-BB4B-42B9-BF53-40D1F3B4875A}" type="presOf" srcId="{5501B20F-CFDD-429C-AA32-63D1B9F031C9}" destId="{A5A06CA4-2261-4B96-B3E5-3E1FD23C3704}" srcOrd="0" destOrd="0" presId="urn:microsoft.com/office/officeart/2005/8/layout/hierarchy2"/>
    <dgm:cxn modelId="{D112ABAD-EFA2-4A4C-B23D-DD6FFAD44F3F}" type="presOf" srcId="{6416AE02-D257-4333-83BF-1F730CA0EE1A}" destId="{8BA5D6D8-D06E-44AF-BB85-B5DF4A0F196A}" srcOrd="0" destOrd="0" presId="urn:microsoft.com/office/officeart/2005/8/layout/hierarchy2"/>
    <dgm:cxn modelId="{992740B1-799F-4D1D-9C01-C10A10BD92A2}" type="presOf" srcId="{AB9BA996-B7F6-4931-B2AF-A0DD241BBFC9}" destId="{5DC74DAA-2E17-4380-B9E4-836C365036CE}" srcOrd="1" destOrd="0" presId="urn:microsoft.com/office/officeart/2005/8/layout/hierarchy2"/>
    <dgm:cxn modelId="{510502B3-2DB2-49AB-859E-9EAFCE606B7D}" srcId="{28CF8ED0-A459-48A7-A51A-B85C1934ED7A}" destId="{38883F51-62C9-4128-ADE5-1B3F493D0223}" srcOrd="2" destOrd="0" parTransId="{E73F0230-F72A-44F0-B8E0-CA21012D6113}" sibTransId="{6795EBE2-D6E3-4A52-B22F-C74DF2B60183}"/>
    <dgm:cxn modelId="{B2885CB5-B238-48A3-AAF7-646C4C225A8F}" type="presOf" srcId="{DC284A94-8EA0-41BD-B1D2-1FBCC3D77677}" destId="{D9FAC522-8C95-416C-B388-D5B66E87AD9D}" srcOrd="1" destOrd="0" presId="urn:microsoft.com/office/officeart/2005/8/layout/hierarchy2"/>
    <dgm:cxn modelId="{099C3AB6-ED34-4A34-9224-EAFF2EF5E98A}" type="presOf" srcId="{AC889446-BB94-4E0E-9CD8-F3CB964CB3A5}" destId="{734208F9-BB6C-4E68-AE26-6BFC9CB8B561}" srcOrd="0" destOrd="0" presId="urn:microsoft.com/office/officeart/2005/8/layout/hierarchy2"/>
    <dgm:cxn modelId="{8C115DB7-DDD5-4CE5-B242-97BD01530BB1}" type="presOf" srcId="{B8D05EDB-FE5F-4DEE-91DE-517B2EA40C85}" destId="{6DADB9F8-1BC4-4D1E-894C-65FAB4D47399}" srcOrd="1" destOrd="0" presId="urn:microsoft.com/office/officeart/2005/8/layout/hierarchy2"/>
    <dgm:cxn modelId="{F42925BB-9234-4A67-84C8-CC7A5BC80EF5}" type="presOf" srcId="{E2D49C7E-F700-4362-9368-3360E3285B12}" destId="{0C1032A9-C278-474B-82BD-D7D06EBE367B}" srcOrd="0" destOrd="0" presId="urn:microsoft.com/office/officeart/2005/8/layout/hierarchy2"/>
    <dgm:cxn modelId="{282E67BC-DCFC-4D95-859C-EFD5708CB031}" type="presOf" srcId="{09656DC0-0C6B-433A-9940-6228F7F94059}" destId="{1D485976-9832-4921-80AA-D5BA00058D19}" srcOrd="0" destOrd="0" presId="urn:microsoft.com/office/officeart/2005/8/layout/hierarchy2"/>
    <dgm:cxn modelId="{8F11CFBC-2ED5-4EB9-86BD-A40425B74797}" type="presOf" srcId="{885A799E-1AF5-4941-A066-280E9CE65527}" destId="{D19BC39F-6E30-4D7A-8B80-4AAD11FCD4B5}" srcOrd="0" destOrd="0" presId="urn:microsoft.com/office/officeart/2005/8/layout/hierarchy2"/>
    <dgm:cxn modelId="{B2E974BE-01CD-43E3-9F59-35E1D126D262}" type="presOf" srcId="{F6F911A3-6A6C-439A-97C5-53BAAF0136CA}" destId="{6A770C92-00D4-4898-92C8-AD092616B293}" srcOrd="0" destOrd="0" presId="urn:microsoft.com/office/officeart/2005/8/layout/hierarchy2"/>
    <dgm:cxn modelId="{A23873BF-ABEB-46BA-AEBD-A26079CB06C9}" type="presOf" srcId="{043515D0-F64B-4116-889C-272A6D91F6EA}" destId="{199F5BAF-3985-4105-B679-030ADD2286A8}" srcOrd="1" destOrd="0" presId="urn:microsoft.com/office/officeart/2005/8/layout/hierarchy2"/>
    <dgm:cxn modelId="{B274BBC0-14F2-498F-84F6-0E09CAEEEBC8}" type="presOf" srcId="{77A2DAFA-27A4-476B-8E15-7F1F533A196C}" destId="{53E9F6B1-2850-4690-880C-C008C679943B}" srcOrd="1" destOrd="0" presId="urn:microsoft.com/office/officeart/2005/8/layout/hierarchy2"/>
    <dgm:cxn modelId="{56056EC2-EB3B-4BD3-ADE5-024E998F22C6}" srcId="{D718B015-6D09-4449-A444-8ED004824CDD}" destId="{48481C0F-B822-471F-8E73-2BB938D4651D}" srcOrd="3" destOrd="0" parTransId="{B8D05EDB-FE5F-4DEE-91DE-517B2EA40C85}" sibTransId="{645F04E5-EBE4-4772-8AA1-21E2A29E7A80}"/>
    <dgm:cxn modelId="{6EBA59C3-1B60-406F-A321-32468976523A}" type="presOf" srcId="{CC63F0E1-19E7-41B8-BC06-07590C6E2CBE}" destId="{C8C0B823-A816-48F0-8284-5296E1E353F5}" srcOrd="0" destOrd="0" presId="urn:microsoft.com/office/officeart/2005/8/layout/hierarchy2"/>
    <dgm:cxn modelId="{50AF5EC4-A736-4FFF-88C9-342AA198001A}" type="presOf" srcId="{AB9BA996-B7F6-4931-B2AF-A0DD241BBFC9}" destId="{78EC6A85-8F91-492D-AC7D-768B8AC27646}" srcOrd="0" destOrd="0" presId="urn:microsoft.com/office/officeart/2005/8/layout/hierarchy2"/>
    <dgm:cxn modelId="{E487E4C4-4612-4D05-ABBA-7F2291993B56}" type="presOf" srcId="{D8A8EA81-268F-41E0-8802-D459AD227D87}" destId="{AB588A9C-6CC5-4EAE-AA70-F640AF8D22C9}" srcOrd="1" destOrd="0" presId="urn:microsoft.com/office/officeart/2005/8/layout/hierarchy2"/>
    <dgm:cxn modelId="{0A4BD5CC-1B58-40C9-BCA8-CA072A064C14}" type="presOf" srcId="{8E56E5C0-28C6-49D7-8E7B-B70A3AB9C7D9}" destId="{EF3334A5-6B6A-4C2D-A6F2-DB7530B1001D}" srcOrd="1" destOrd="0" presId="urn:microsoft.com/office/officeart/2005/8/layout/hierarchy2"/>
    <dgm:cxn modelId="{DAA436CE-219C-42F6-9FDD-88B2007D23A2}" type="presOf" srcId="{42947071-C523-49E3-AACE-04F14D45DF92}" destId="{3C430799-D1EE-40E5-8734-947DF111660F}" srcOrd="0" destOrd="0" presId="urn:microsoft.com/office/officeart/2005/8/layout/hierarchy2"/>
    <dgm:cxn modelId="{B676CCD8-BD7D-4991-9194-39667A4A36C9}" type="presOf" srcId="{6B6370F4-69E3-429E-90A5-42807C52DF24}" destId="{8CF78B8E-9956-43D6-A21B-8E0997AC665D}" srcOrd="0" destOrd="0" presId="urn:microsoft.com/office/officeart/2005/8/layout/hierarchy2"/>
    <dgm:cxn modelId="{04413CDD-0289-40E7-A4FF-5A5F88E426E9}" type="presOf" srcId="{D8A8EA81-268F-41E0-8802-D459AD227D87}" destId="{A5C884BB-28FB-4599-8C08-3A30E9F8F17F}" srcOrd="0" destOrd="0" presId="urn:microsoft.com/office/officeart/2005/8/layout/hierarchy2"/>
    <dgm:cxn modelId="{218B25DE-2CD8-4628-BC10-531C801F0BE9}" type="presOf" srcId="{03C1B0D6-FF5A-4AE2-84BF-868031B47D9D}" destId="{38ADD085-6423-4579-8016-F5C1E91B22A2}" srcOrd="1" destOrd="0" presId="urn:microsoft.com/office/officeart/2005/8/layout/hierarchy2"/>
    <dgm:cxn modelId="{92BD4DDE-282C-48EA-B0FB-E90B551BE585}" srcId="{28CF8ED0-A459-48A7-A51A-B85C1934ED7A}" destId="{62593CD7-C81D-443C-9B11-2118E34C8C12}" srcOrd="3" destOrd="0" parTransId="{42947071-C523-49E3-AACE-04F14D45DF92}" sibTransId="{B10175C4-CD83-426D-9EF0-D5BCE786925D}"/>
    <dgm:cxn modelId="{105100E9-E3D4-4FA3-8D39-2FC5A25E7316}" type="presOf" srcId="{48481C0F-B822-471F-8E73-2BB938D4651D}" destId="{388DFE42-A6F3-41BE-9C43-E589FF7E3BEB}" srcOrd="0" destOrd="0" presId="urn:microsoft.com/office/officeart/2005/8/layout/hierarchy2"/>
    <dgm:cxn modelId="{C60D22EF-54BA-4699-A057-A2B4697A8B09}" srcId="{D718B015-6D09-4449-A444-8ED004824CDD}" destId="{12B7D35A-15F3-4291-BF8B-6D1FEAB75335}" srcOrd="1" destOrd="0" parTransId="{D8A8EA81-268F-41E0-8802-D459AD227D87}" sibTransId="{1956F6EC-09F6-4B70-925D-909225455E6A}"/>
    <dgm:cxn modelId="{DDEBD9F1-29D3-4F98-AE19-9F61E154E62B}" type="presOf" srcId="{D41B6F02-FB39-4038-81E9-7BE9D2B1AB5B}" destId="{2E0CC225-99F3-479E-B435-8860C1C03626}" srcOrd="0" destOrd="0" presId="urn:microsoft.com/office/officeart/2005/8/layout/hierarchy2"/>
    <dgm:cxn modelId="{DAF9AEF3-1F4C-4D47-9A86-2C00BFDE556D}" srcId="{8BE455D6-72F1-45FC-B634-2FCE34F850F4}" destId="{AC889446-BB94-4E0E-9CD8-F3CB964CB3A5}" srcOrd="0" destOrd="0" parTransId="{6B6370F4-69E3-429E-90A5-42807C52DF24}" sibTransId="{FEF77D84-3EE0-4AC0-A132-C0140F69B8BE}"/>
    <dgm:cxn modelId="{3387EAF5-CAAB-4202-80F1-A754DBDA040A}" type="presOf" srcId="{5FEBEC69-6416-4AB7-8D62-7BE343D80296}" destId="{5D30D867-3AD3-4001-8D46-C86AE68B5009}" srcOrd="0" destOrd="0" presId="urn:microsoft.com/office/officeart/2005/8/layout/hierarchy2"/>
    <dgm:cxn modelId="{B54BC8F6-9C90-4557-91A8-47AEA42FD635}" type="presOf" srcId="{CC63F0E1-19E7-41B8-BC06-07590C6E2CBE}" destId="{82F6D25A-A081-4AE0-A9A7-0B505A78C29B}" srcOrd="1" destOrd="0" presId="urn:microsoft.com/office/officeart/2005/8/layout/hierarchy2"/>
    <dgm:cxn modelId="{F78320F8-EE0A-4FD5-8778-60B2E7E0F54F}" srcId="{28CF8ED0-A459-48A7-A51A-B85C1934ED7A}" destId="{1356D003-798B-448A-BCF4-6EB21832F13C}" srcOrd="0" destOrd="0" parTransId="{7C817A81-3DFE-42BA-BC94-C2ECF5488C83}" sibTransId="{89605539-A25F-4D8E-84B8-699FEB0A0A47}"/>
    <dgm:cxn modelId="{B51BD3F9-E203-4148-8DB9-344A0DCC0F35}" srcId="{8BE455D6-72F1-45FC-B634-2FCE34F850F4}" destId="{032E3B14-6CE4-40C6-A587-54AC0983D934}" srcOrd="2" destOrd="0" parTransId="{9C11F7A2-FF02-4FFE-907C-61FA902E5A43}" sibTransId="{7B4B7FA1-F573-4CFF-B4CE-F95FDC14ACCE}"/>
    <dgm:cxn modelId="{306F28FD-3A94-4A0D-AD18-1084F6334492}" type="presOf" srcId="{425F841F-37F6-4956-9542-04AFAF711258}" destId="{CE6C88DB-6C24-4E2E-8FFD-261CFAC79621}" srcOrd="0" destOrd="0" presId="urn:microsoft.com/office/officeart/2005/8/layout/hierarchy2"/>
    <dgm:cxn modelId="{85DBC830-8B3D-42BA-9DC7-B4DFB2B0E046}" type="presParOf" srcId="{A44FF5A6-4BD8-4FC0-98ED-71B74D7C6E07}" destId="{2F823794-C1C5-4B08-81C9-28A6F1D5F631}" srcOrd="0" destOrd="0" presId="urn:microsoft.com/office/officeart/2005/8/layout/hierarchy2"/>
    <dgm:cxn modelId="{FEB035FE-B00E-412B-90FE-B894559C3915}" type="presParOf" srcId="{2F823794-C1C5-4B08-81C9-28A6F1D5F631}" destId="{9E2227BC-7463-45A1-B310-664CD4815CB1}" srcOrd="0" destOrd="0" presId="urn:microsoft.com/office/officeart/2005/8/layout/hierarchy2"/>
    <dgm:cxn modelId="{E405E3B1-8ADE-4C82-8241-E3A1D180426B}" type="presParOf" srcId="{2F823794-C1C5-4B08-81C9-28A6F1D5F631}" destId="{357D9F29-5EC8-4643-B9B3-9812DB63BA8E}" srcOrd="1" destOrd="0" presId="urn:microsoft.com/office/officeart/2005/8/layout/hierarchy2"/>
    <dgm:cxn modelId="{14CF4AB4-34DC-4CC2-A058-4B3E45190ED8}" type="presParOf" srcId="{357D9F29-5EC8-4643-B9B3-9812DB63BA8E}" destId="{CE6C88DB-6C24-4E2E-8FFD-261CFAC79621}" srcOrd="0" destOrd="0" presId="urn:microsoft.com/office/officeart/2005/8/layout/hierarchy2"/>
    <dgm:cxn modelId="{9FB70011-A62C-4A9D-A13C-537ED10A237B}" type="presParOf" srcId="{CE6C88DB-6C24-4E2E-8FFD-261CFAC79621}" destId="{8B2DC18E-59BB-40E2-8C3C-7629AFD420A7}" srcOrd="0" destOrd="0" presId="urn:microsoft.com/office/officeart/2005/8/layout/hierarchy2"/>
    <dgm:cxn modelId="{A1D56FEF-2D40-48EF-81AB-A4B351EE7DFE}" type="presParOf" srcId="{357D9F29-5EC8-4643-B9B3-9812DB63BA8E}" destId="{DF56D945-070E-4181-8CC2-E2F1FC9B5300}" srcOrd="1" destOrd="0" presId="urn:microsoft.com/office/officeart/2005/8/layout/hierarchy2"/>
    <dgm:cxn modelId="{C06B0A3C-2A94-4970-AAA0-4147F3063DBD}" type="presParOf" srcId="{DF56D945-070E-4181-8CC2-E2F1FC9B5300}" destId="{25ABC311-91F5-4656-9ACD-730425E4219F}" srcOrd="0" destOrd="0" presId="urn:microsoft.com/office/officeart/2005/8/layout/hierarchy2"/>
    <dgm:cxn modelId="{0D6FEB1D-0E57-4357-8458-B7CB6882BD98}" type="presParOf" srcId="{DF56D945-070E-4181-8CC2-E2F1FC9B5300}" destId="{F55B8BAA-D792-4B6A-95D0-9FDE976E9469}" srcOrd="1" destOrd="0" presId="urn:microsoft.com/office/officeart/2005/8/layout/hierarchy2"/>
    <dgm:cxn modelId="{68E2DD0E-6280-4CB5-ABFB-0BFC6150BFF7}" type="presParOf" srcId="{F55B8BAA-D792-4B6A-95D0-9FDE976E9469}" destId="{F4990F14-8AF7-4BBF-BFEC-4DBC6120A852}" srcOrd="0" destOrd="0" presId="urn:microsoft.com/office/officeart/2005/8/layout/hierarchy2"/>
    <dgm:cxn modelId="{EEDEA3BA-1AF7-4557-8C6A-532315E03395}" type="presParOf" srcId="{F4990F14-8AF7-4BBF-BFEC-4DBC6120A852}" destId="{7C93EFDD-E760-4305-8B4A-927AE173C54B}" srcOrd="0" destOrd="0" presId="urn:microsoft.com/office/officeart/2005/8/layout/hierarchy2"/>
    <dgm:cxn modelId="{89AF83D0-BAF9-4D44-9ACB-31E3B3512E86}" type="presParOf" srcId="{F55B8BAA-D792-4B6A-95D0-9FDE976E9469}" destId="{6BA32448-3666-437F-B5C2-59E1E4FEA06D}" srcOrd="1" destOrd="0" presId="urn:microsoft.com/office/officeart/2005/8/layout/hierarchy2"/>
    <dgm:cxn modelId="{161AA864-BD8C-4271-8015-796CF4FB2BCC}" type="presParOf" srcId="{6BA32448-3666-437F-B5C2-59E1E4FEA06D}" destId="{4B09E4BD-6E45-4F60-9565-B5CAAAA85E14}" srcOrd="0" destOrd="0" presId="urn:microsoft.com/office/officeart/2005/8/layout/hierarchy2"/>
    <dgm:cxn modelId="{6189A216-B778-404C-90F9-489C5AE8980A}" type="presParOf" srcId="{6BA32448-3666-437F-B5C2-59E1E4FEA06D}" destId="{5883A097-7D88-45C6-8A9D-BDE75C969764}" srcOrd="1" destOrd="0" presId="urn:microsoft.com/office/officeart/2005/8/layout/hierarchy2"/>
    <dgm:cxn modelId="{CA6D50EC-0AB5-4C6B-AE7A-10B8949F23F1}" type="presParOf" srcId="{F55B8BAA-D792-4B6A-95D0-9FDE976E9469}" destId="{19030EE0-4685-4B12-94D0-FE54F10AB902}" srcOrd="2" destOrd="0" presId="urn:microsoft.com/office/officeart/2005/8/layout/hierarchy2"/>
    <dgm:cxn modelId="{B4EEAA65-4D1C-4393-9AB7-487A32446756}" type="presParOf" srcId="{19030EE0-4685-4B12-94D0-FE54F10AB902}" destId="{70299EF4-00A3-4DAD-B2E7-27E20B93185C}" srcOrd="0" destOrd="0" presId="urn:microsoft.com/office/officeart/2005/8/layout/hierarchy2"/>
    <dgm:cxn modelId="{400A86AB-EEFA-4A7C-87FF-B1775948F737}" type="presParOf" srcId="{F55B8BAA-D792-4B6A-95D0-9FDE976E9469}" destId="{48FF19E0-E3BD-49FA-9397-95856BBD5B43}" srcOrd="3" destOrd="0" presId="urn:microsoft.com/office/officeart/2005/8/layout/hierarchy2"/>
    <dgm:cxn modelId="{8F7884AD-6BFD-4329-93B6-312D0C90C567}" type="presParOf" srcId="{48FF19E0-E3BD-49FA-9397-95856BBD5B43}" destId="{A5A06CA4-2261-4B96-B3E5-3E1FD23C3704}" srcOrd="0" destOrd="0" presId="urn:microsoft.com/office/officeart/2005/8/layout/hierarchy2"/>
    <dgm:cxn modelId="{97EB0557-3C17-49CD-9A06-F18BD71880B7}" type="presParOf" srcId="{48FF19E0-E3BD-49FA-9397-95856BBD5B43}" destId="{840AC721-89C8-45A2-9B3B-8B1EC026C123}" srcOrd="1" destOrd="0" presId="urn:microsoft.com/office/officeart/2005/8/layout/hierarchy2"/>
    <dgm:cxn modelId="{8BE2F030-0C55-493F-99A6-2DDA4BEFEBAE}" type="presParOf" srcId="{F55B8BAA-D792-4B6A-95D0-9FDE976E9469}" destId="{EDAEDEEC-EBB0-4CE5-948A-2BAC6AE06959}" srcOrd="4" destOrd="0" presId="urn:microsoft.com/office/officeart/2005/8/layout/hierarchy2"/>
    <dgm:cxn modelId="{125B1C18-F7F0-426C-ABD4-CC63F1D16D1C}" type="presParOf" srcId="{EDAEDEEC-EBB0-4CE5-948A-2BAC6AE06959}" destId="{E018B310-D482-4BBA-ADCA-5403AF5BF13B}" srcOrd="0" destOrd="0" presId="urn:microsoft.com/office/officeart/2005/8/layout/hierarchy2"/>
    <dgm:cxn modelId="{8A875614-8793-4255-866F-D5A8BE608C57}" type="presParOf" srcId="{F55B8BAA-D792-4B6A-95D0-9FDE976E9469}" destId="{136F30F8-3F96-4C2B-B2C1-6AABE91F497E}" srcOrd="5" destOrd="0" presId="urn:microsoft.com/office/officeart/2005/8/layout/hierarchy2"/>
    <dgm:cxn modelId="{7963B127-3801-4C3B-A7AE-F457C13E9228}" type="presParOf" srcId="{136F30F8-3F96-4C2B-B2C1-6AABE91F497E}" destId="{A20D7EBA-03CF-4D5B-85CC-37B8D3809155}" srcOrd="0" destOrd="0" presId="urn:microsoft.com/office/officeart/2005/8/layout/hierarchy2"/>
    <dgm:cxn modelId="{5EA0B2FE-49A5-45F8-9302-2F3171BF6EB5}" type="presParOf" srcId="{136F30F8-3F96-4C2B-B2C1-6AABE91F497E}" destId="{7EFE8693-13B5-4AA4-989E-57354127A0C7}" srcOrd="1" destOrd="0" presId="urn:microsoft.com/office/officeart/2005/8/layout/hierarchy2"/>
    <dgm:cxn modelId="{F4C20E51-06A2-4E49-A831-9597D651FE3B}" type="presParOf" srcId="{F55B8BAA-D792-4B6A-95D0-9FDE976E9469}" destId="{3C430799-D1EE-40E5-8734-947DF111660F}" srcOrd="6" destOrd="0" presId="urn:microsoft.com/office/officeart/2005/8/layout/hierarchy2"/>
    <dgm:cxn modelId="{5B6DB419-F131-40B5-865C-111BDB0DF70F}" type="presParOf" srcId="{3C430799-D1EE-40E5-8734-947DF111660F}" destId="{C511D042-F6E5-4F02-B5E9-EEE45228A714}" srcOrd="0" destOrd="0" presId="urn:microsoft.com/office/officeart/2005/8/layout/hierarchy2"/>
    <dgm:cxn modelId="{FDBCEE56-124F-4BD2-8971-23BE53136090}" type="presParOf" srcId="{F55B8BAA-D792-4B6A-95D0-9FDE976E9469}" destId="{1C4C4699-E543-4BD6-9340-49102B9ADA12}" srcOrd="7" destOrd="0" presId="urn:microsoft.com/office/officeart/2005/8/layout/hierarchy2"/>
    <dgm:cxn modelId="{5CEEC941-213B-4286-AF79-D20A0DDE277E}" type="presParOf" srcId="{1C4C4699-E543-4BD6-9340-49102B9ADA12}" destId="{89FCA140-E871-4280-9DBA-5AE0E16C2E7A}" srcOrd="0" destOrd="0" presId="urn:microsoft.com/office/officeart/2005/8/layout/hierarchy2"/>
    <dgm:cxn modelId="{EE03D882-256E-4937-A466-611E2B48794E}" type="presParOf" srcId="{1C4C4699-E543-4BD6-9340-49102B9ADA12}" destId="{70ED5792-5BCC-4B5C-B7D9-539BC1D33E36}" srcOrd="1" destOrd="0" presId="urn:microsoft.com/office/officeart/2005/8/layout/hierarchy2"/>
    <dgm:cxn modelId="{1731D6F9-EE7C-461E-9FAA-CBF8332D1A79}" type="presParOf" srcId="{357D9F29-5EC8-4643-B9B3-9812DB63BA8E}" destId="{A5C884BB-28FB-4599-8C08-3A30E9F8F17F}" srcOrd="2" destOrd="0" presId="urn:microsoft.com/office/officeart/2005/8/layout/hierarchy2"/>
    <dgm:cxn modelId="{7925B575-B7BB-4BEE-A1CF-39B14D053DC1}" type="presParOf" srcId="{A5C884BB-28FB-4599-8C08-3A30E9F8F17F}" destId="{AB588A9C-6CC5-4EAE-AA70-F640AF8D22C9}" srcOrd="0" destOrd="0" presId="urn:microsoft.com/office/officeart/2005/8/layout/hierarchy2"/>
    <dgm:cxn modelId="{BB78EAE0-B2CA-4030-9A7B-7D8E9D3390A1}" type="presParOf" srcId="{357D9F29-5EC8-4643-B9B3-9812DB63BA8E}" destId="{C3591A9E-9409-4310-9026-C3C2145F885C}" srcOrd="3" destOrd="0" presId="urn:microsoft.com/office/officeart/2005/8/layout/hierarchy2"/>
    <dgm:cxn modelId="{631345BB-866A-4C1B-84B4-ADCBF96753E5}" type="presParOf" srcId="{C3591A9E-9409-4310-9026-C3C2145F885C}" destId="{DE4BEB08-3CBC-42CD-958D-7A344E824ABA}" srcOrd="0" destOrd="0" presId="urn:microsoft.com/office/officeart/2005/8/layout/hierarchy2"/>
    <dgm:cxn modelId="{1DB6D715-A86D-4F8F-8637-0AE88D8BE0B5}" type="presParOf" srcId="{C3591A9E-9409-4310-9026-C3C2145F885C}" destId="{51C39070-0403-4AD7-8CB7-D32961344512}" srcOrd="1" destOrd="0" presId="urn:microsoft.com/office/officeart/2005/8/layout/hierarchy2"/>
    <dgm:cxn modelId="{B45F64C9-AA7D-4E6F-8836-6C24819EC8BD}" type="presParOf" srcId="{51C39070-0403-4AD7-8CB7-D32961344512}" destId="{0671BC84-A5C0-4CD9-BF13-35AEC63A5C54}" srcOrd="0" destOrd="0" presId="urn:microsoft.com/office/officeart/2005/8/layout/hierarchy2"/>
    <dgm:cxn modelId="{BAA72ABC-B554-49EF-B51C-5FD9C9827233}" type="presParOf" srcId="{0671BC84-A5C0-4CD9-BF13-35AEC63A5C54}" destId="{EF3334A5-6B6A-4C2D-A6F2-DB7530B1001D}" srcOrd="0" destOrd="0" presId="urn:microsoft.com/office/officeart/2005/8/layout/hierarchy2"/>
    <dgm:cxn modelId="{DB2CD82F-29E1-4828-B933-3F632DE481FE}" type="presParOf" srcId="{51C39070-0403-4AD7-8CB7-D32961344512}" destId="{65257FE7-43A1-40BE-8154-02320438BE1D}" srcOrd="1" destOrd="0" presId="urn:microsoft.com/office/officeart/2005/8/layout/hierarchy2"/>
    <dgm:cxn modelId="{F23F7459-A79A-467A-885D-345AD1619993}" type="presParOf" srcId="{65257FE7-43A1-40BE-8154-02320438BE1D}" destId="{E93BCB9E-75DB-4F49-B743-EEDA4DDFF54C}" srcOrd="0" destOrd="0" presId="urn:microsoft.com/office/officeart/2005/8/layout/hierarchy2"/>
    <dgm:cxn modelId="{D5EA3C2C-08D9-4FAE-B39E-08389FFEB3E0}" type="presParOf" srcId="{65257FE7-43A1-40BE-8154-02320438BE1D}" destId="{EACBCAB4-7E32-422C-89E1-2004B07662B1}" srcOrd="1" destOrd="0" presId="urn:microsoft.com/office/officeart/2005/8/layout/hierarchy2"/>
    <dgm:cxn modelId="{99D69EEF-06A6-433C-B0B6-66786EFCE7B1}" type="presParOf" srcId="{357D9F29-5EC8-4643-B9B3-9812DB63BA8E}" destId="{C8C0B823-A816-48F0-8284-5296E1E353F5}" srcOrd="4" destOrd="0" presId="urn:microsoft.com/office/officeart/2005/8/layout/hierarchy2"/>
    <dgm:cxn modelId="{1D3F8742-F49F-453B-96BE-E3991927B923}" type="presParOf" srcId="{C8C0B823-A816-48F0-8284-5296E1E353F5}" destId="{82F6D25A-A081-4AE0-A9A7-0B505A78C29B}" srcOrd="0" destOrd="0" presId="urn:microsoft.com/office/officeart/2005/8/layout/hierarchy2"/>
    <dgm:cxn modelId="{74D22C67-35B8-4C96-8C6C-0DEBBA5F927A}" type="presParOf" srcId="{357D9F29-5EC8-4643-B9B3-9812DB63BA8E}" destId="{320F5C11-58D5-4A89-97E1-71E9E704D05C}" srcOrd="5" destOrd="0" presId="urn:microsoft.com/office/officeart/2005/8/layout/hierarchy2"/>
    <dgm:cxn modelId="{7E85D355-7B0F-4DAB-9FE7-30B0D908D28A}" type="presParOf" srcId="{320F5C11-58D5-4A89-97E1-71E9E704D05C}" destId="{847FED5D-4AFB-421D-B69F-6D92DE862B94}" srcOrd="0" destOrd="0" presId="urn:microsoft.com/office/officeart/2005/8/layout/hierarchy2"/>
    <dgm:cxn modelId="{3452CA3D-50F7-49DA-8667-61B4BAAC1543}" type="presParOf" srcId="{320F5C11-58D5-4A89-97E1-71E9E704D05C}" destId="{A80AAB31-B61A-4B0F-8693-FD11962BED6D}" srcOrd="1" destOrd="0" presId="urn:microsoft.com/office/officeart/2005/8/layout/hierarchy2"/>
    <dgm:cxn modelId="{6A8FD443-2070-41A4-8335-EFEF9BF7AFA3}" type="presParOf" srcId="{A80AAB31-B61A-4B0F-8693-FD11962BED6D}" destId="{8CF78B8E-9956-43D6-A21B-8E0997AC665D}" srcOrd="0" destOrd="0" presId="urn:microsoft.com/office/officeart/2005/8/layout/hierarchy2"/>
    <dgm:cxn modelId="{2E06B8B0-90F1-4759-ABE9-D463880E0D1F}" type="presParOf" srcId="{8CF78B8E-9956-43D6-A21B-8E0997AC665D}" destId="{2C37A9E2-3F5C-411F-B782-E26891F12431}" srcOrd="0" destOrd="0" presId="urn:microsoft.com/office/officeart/2005/8/layout/hierarchy2"/>
    <dgm:cxn modelId="{B133E7F1-ED5A-43DB-9AE8-695B5DBDEF62}" type="presParOf" srcId="{A80AAB31-B61A-4B0F-8693-FD11962BED6D}" destId="{F63EB26E-248D-4306-A576-47B2ECD5005C}" srcOrd="1" destOrd="0" presId="urn:microsoft.com/office/officeart/2005/8/layout/hierarchy2"/>
    <dgm:cxn modelId="{063596A5-35E2-4493-AAF1-82DA95ED080A}" type="presParOf" srcId="{F63EB26E-248D-4306-A576-47B2ECD5005C}" destId="{734208F9-BB6C-4E68-AE26-6BFC9CB8B561}" srcOrd="0" destOrd="0" presId="urn:microsoft.com/office/officeart/2005/8/layout/hierarchy2"/>
    <dgm:cxn modelId="{2EA80F13-04FF-4F08-BAA3-46E2DB6E2690}" type="presParOf" srcId="{F63EB26E-248D-4306-A576-47B2ECD5005C}" destId="{1DC40B14-1217-46DE-B8E4-6AEE799BF8A9}" srcOrd="1" destOrd="0" presId="urn:microsoft.com/office/officeart/2005/8/layout/hierarchy2"/>
    <dgm:cxn modelId="{F837A304-356E-4897-8393-B61A4A0776CD}" type="presParOf" srcId="{A80AAB31-B61A-4B0F-8693-FD11962BED6D}" destId="{2BF70E99-7B8C-4DAE-876C-6D5EE3003621}" srcOrd="2" destOrd="0" presId="urn:microsoft.com/office/officeart/2005/8/layout/hierarchy2"/>
    <dgm:cxn modelId="{24B89151-277D-47AD-897E-2B6E2C05FEC1}" type="presParOf" srcId="{2BF70E99-7B8C-4DAE-876C-6D5EE3003621}" destId="{53E9F6B1-2850-4690-880C-C008C679943B}" srcOrd="0" destOrd="0" presId="urn:microsoft.com/office/officeart/2005/8/layout/hierarchy2"/>
    <dgm:cxn modelId="{A9CA2E26-2DD6-444D-B2D5-218C87A41288}" type="presParOf" srcId="{A80AAB31-B61A-4B0F-8693-FD11962BED6D}" destId="{D4C5389C-1ED4-4942-B218-8B20D038FD14}" srcOrd="3" destOrd="0" presId="urn:microsoft.com/office/officeart/2005/8/layout/hierarchy2"/>
    <dgm:cxn modelId="{3293B338-D8CB-4ACC-A697-275354A9C8EA}" type="presParOf" srcId="{D4C5389C-1ED4-4942-B218-8B20D038FD14}" destId="{55CE902E-B7BA-4EFE-B50A-91AFF2B59AEF}" srcOrd="0" destOrd="0" presId="urn:microsoft.com/office/officeart/2005/8/layout/hierarchy2"/>
    <dgm:cxn modelId="{6F209768-E600-4F95-8429-3BE7F6582B85}" type="presParOf" srcId="{D4C5389C-1ED4-4942-B218-8B20D038FD14}" destId="{6AEE0F31-7EEE-47E7-8A01-4333322B581B}" srcOrd="1" destOrd="0" presId="urn:microsoft.com/office/officeart/2005/8/layout/hierarchy2"/>
    <dgm:cxn modelId="{4777B0AD-3182-4ED1-B234-5110D9E67BE4}" type="presParOf" srcId="{A80AAB31-B61A-4B0F-8693-FD11962BED6D}" destId="{11E8A090-B84B-4159-9C9C-4FC51AFDB391}" srcOrd="4" destOrd="0" presId="urn:microsoft.com/office/officeart/2005/8/layout/hierarchy2"/>
    <dgm:cxn modelId="{EAA5447E-B6BC-4F31-AAD5-DEFDEF339800}" type="presParOf" srcId="{11E8A090-B84B-4159-9C9C-4FC51AFDB391}" destId="{41311462-6F6F-4FEC-A015-7CE20EFAFD04}" srcOrd="0" destOrd="0" presId="urn:microsoft.com/office/officeart/2005/8/layout/hierarchy2"/>
    <dgm:cxn modelId="{B641F599-414C-494D-B142-10E86D4FEEDA}" type="presParOf" srcId="{A80AAB31-B61A-4B0F-8693-FD11962BED6D}" destId="{E00AC4C6-2655-4FBB-A24F-C46591F3AC14}" srcOrd="5" destOrd="0" presId="urn:microsoft.com/office/officeart/2005/8/layout/hierarchy2"/>
    <dgm:cxn modelId="{27F60983-F50E-4879-8136-EC13CAD4DE1C}" type="presParOf" srcId="{E00AC4C6-2655-4FBB-A24F-C46591F3AC14}" destId="{E1E48E68-165A-421A-A64E-48809F8A469E}" srcOrd="0" destOrd="0" presId="urn:microsoft.com/office/officeart/2005/8/layout/hierarchy2"/>
    <dgm:cxn modelId="{FA3FCDDA-AC93-4460-AA74-D36A26C35046}" type="presParOf" srcId="{E00AC4C6-2655-4FBB-A24F-C46591F3AC14}" destId="{A9E2F09C-5FC5-461C-AEA5-B2B6B551EB30}" srcOrd="1" destOrd="0" presId="urn:microsoft.com/office/officeart/2005/8/layout/hierarchy2"/>
    <dgm:cxn modelId="{114D54C8-561C-4C7B-AB0E-673D0686CE59}" type="presParOf" srcId="{357D9F29-5EC8-4643-B9B3-9812DB63BA8E}" destId="{62B7D078-9ED3-4320-8ADC-BC8A287DFB18}" srcOrd="6" destOrd="0" presId="urn:microsoft.com/office/officeart/2005/8/layout/hierarchy2"/>
    <dgm:cxn modelId="{A2CAB932-4E9B-4390-B49E-D3A54BDFC9D2}" type="presParOf" srcId="{62B7D078-9ED3-4320-8ADC-BC8A287DFB18}" destId="{6DADB9F8-1BC4-4D1E-894C-65FAB4D47399}" srcOrd="0" destOrd="0" presId="urn:microsoft.com/office/officeart/2005/8/layout/hierarchy2"/>
    <dgm:cxn modelId="{75201F3C-2A23-4645-A0F3-26A004058BC1}" type="presParOf" srcId="{357D9F29-5EC8-4643-B9B3-9812DB63BA8E}" destId="{E28CB804-8DAC-4627-A769-9954B7401531}" srcOrd="7" destOrd="0" presId="urn:microsoft.com/office/officeart/2005/8/layout/hierarchy2"/>
    <dgm:cxn modelId="{9631891A-B554-4626-ACCD-F25B3138C73A}" type="presParOf" srcId="{E28CB804-8DAC-4627-A769-9954B7401531}" destId="{388DFE42-A6F3-41BE-9C43-E589FF7E3BEB}" srcOrd="0" destOrd="0" presId="urn:microsoft.com/office/officeart/2005/8/layout/hierarchy2"/>
    <dgm:cxn modelId="{AE7A673D-5F69-41A5-9BA3-128EF3B0901E}" type="presParOf" srcId="{E28CB804-8DAC-4627-A769-9954B7401531}" destId="{1A563A88-C9E9-4DA4-BE85-229B9159DFF7}" srcOrd="1" destOrd="0" presId="urn:microsoft.com/office/officeart/2005/8/layout/hierarchy2"/>
    <dgm:cxn modelId="{281377CB-68F7-4049-BFF3-DF8A76DE77EC}" type="presParOf" srcId="{357D9F29-5EC8-4643-B9B3-9812DB63BA8E}" destId="{78EC6A85-8F91-492D-AC7D-768B8AC27646}" srcOrd="8" destOrd="0" presId="urn:microsoft.com/office/officeart/2005/8/layout/hierarchy2"/>
    <dgm:cxn modelId="{841BA233-5CFF-4A9E-8E14-CC4ED1B11EDA}" type="presParOf" srcId="{78EC6A85-8F91-492D-AC7D-768B8AC27646}" destId="{5DC74DAA-2E17-4380-B9E4-836C365036CE}" srcOrd="0" destOrd="0" presId="urn:microsoft.com/office/officeart/2005/8/layout/hierarchy2"/>
    <dgm:cxn modelId="{ECE5E3AD-F815-407F-9B93-169E751FC525}" type="presParOf" srcId="{357D9F29-5EC8-4643-B9B3-9812DB63BA8E}" destId="{3D5C14E9-726A-4CE1-B331-9BABFEDE7114}" srcOrd="9" destOrd="0" presId="urn:microsoft.com/office/officeart/2005/8/layout/hierarchy2"/>
    <dgm:cxn modelId="{6625D798-F562-4DB5-966F-3C935C693834}" type="presParOf" srcId="{3D5C14E9-726A-4CE1-B331-9BABFEDE7114}" destId="{C6C4AD09-35DE-4C7F-8DE1-5083BF9E56C3}" srcOrd="0" destOrd="0" presId="urn:microsoft.com/office/officeart/2005/8/layout/hierarchy2"/>
    <dgm:cxn modelId="{411844FB-F8BC-4A39-B69A-C362FA2998BD}" type="presParOf" srcId="{3D5C14E9-726A-4CE1-B331-9BABFEDE7114}" destId="{E0B05552-C939-49A6-AC59-27A5B4BFDA2E}" srcOrd="1" destOrd="0" presId="urn:microsoft.com/office/officeart/2005/8/layout/hierarchy2"/>
    <dgm:cxn modelId="{C6D8CFA8-CB98-41E7-94D1-7FC39DB97DBA}" type="presParOf" srcId="{E0B05552-C939-49A6-AC59-27A5B4BFDA2E}" destId="{4A969E54-DF3E-440F-B494-6984A09809EA}" srcOrd="0" destOrd="0" presId="urn:microsoft.com/office/officeart/2005/8/layout/hierarchy2"/>
    <dgm:cxn modelId="{DF5AFF06-58D5-460C-BAFA-87689DCEE264}" type="presParOf" srcId="{4A969E54-DF3E-440F-B494-6984A09809EA}" destId="{F4349173-D7E5-4C82-BA75-F7AE4F81CBA0}" srcOrd="0" destOrd="0" presId="urn:microsoft.com/office/officeart/2005/8/layout/hierarchy2"/>
    <dgm:cxn modelId="{F1C5A04D-4CE2-4FB6-AFC2-5A115C5C7027}" type="presParOf" srcId="{E0B05552-C939-49A6-AC59-27A5B4BFDA2E}" destId="{9A09517C-6C05-4E22-AC00-F4E183976138}" srcOrd="1" destOrd="0" presId="urn:microsoft.com/office/officeart/2005/8/layout/hierarchy2"/>
    <dgm:cxn modelId="{D3D2852A-C133-4851-82DC-8BC3CB68134A}" type="presParOf" srcId="{9A09517C-6C05-4E22-AC00-F4E183976138}" destId="{8BA5D6D8-D06E-44AF-BB85-B5DF4A0F196A}" srcOrd="0" destOrd="0" presId="urn:microsoft.com/office/officeart/2005/8/layout/hierarchy2"/>
    <dgm:cxn modelId="{60B75672-098C-451B-8F79-F026BAFF46B8}" type="presParOf" srcId="{9A09517C-6C05-4E22-AC00-F4E183976138}" destId="{3256D683-9D51-4FE0-AD52-B6BBA038A945}" srcOrd="1" destOrd="0" presId="urn:microsoft.com/office/officeart/2005/8/layout/hierarchy2"/>
    <dgm:cxn modelId="{B6D9258F-5780-43A9-9450-45F3B77C73CC}" type="presParOf" srcId="{E0B05552-C939-49A6-AC59-27A5B4BFDA2E}" destId="{32B6A180-1955-48B8-AF1D-E5C4BABD91A4}" srcOrd="2" destOrd="0" presId="urn:microsoft.com/office/officeart/2005/8/layout/hierarchy2"/>
    <dgm:cxn modelId="{4A19E77B-EACA-4638-8788-86C6EC9B3C7E}" type="presParOf" srcId="{32B6A180-1955-48B8-AF1D-E5C4BABD91A4}" destId="{D6D4E718-1C3A-4FE7-8FB9-CC386ED44ED0}" srcOrd="0" destOrd="0" presId="urn:microsoft.com/office/officeart/2005/8/layout/hierarchy2"/>
    <dgm:cxn modelId="{79BFC86C-CD73-4773-A84E-A8EF732FDE0D}" type="presParOf" srcId="{E0B05552-C939-49A6-AC59-27A5B4BFDA2E}" destId="{8DFFA24F-36BA-4FA5-B958-AD18AABDF93C}" srcOrd="3" destOrd="0" presId="urn:microsoft.com/office/officeart/2005/8/layout/hierarchy2"/>
    <dgm:cxn modelId="{972E3EBB-6700-4AB0-997E-F8E9F458DB23}" type="presParOf" srcId="{8DFFA24F-36BA-4FA5-B958-AD18AABDF93C}" destId="{8B9AD583-E4D4-4E29-AD8B-F6A3F09B5C41}" srcOrd="0" destOrd="0" presId="urn:microsoft.com/office/officeart/2005/8/layout/hierarchy2"/>
    <dgm:cxn modelId="{64F82FE4-8F62-41FD-96D0-1492E5A89CAC}" type="presParOf" srcId="{8DFFA24F-36BA-4FA5-B958-AD18AABDF93C}" destId="{65AB330C-0B50-4A9D-A230-A118F357DE29}" srcOrd="1" destOrd="0" presId="urn:microsoft.com/office/officeart/2005/8/layout/hierarchy2"/>
    <dgm:cxn modelId="{368F4420-C0FE-4529-970D-21BB8FFDF3D4}" type="presParOf" srcId="{E0B05552-C939-49A6-AC59-27A5B4BFDA2E}" destId="{0C1032A9-C278-474B-82BD-D7D06EBE367B}" srcOrd="4" destOrd="0" presId="urn:microsoft.com/office/officeart/2005/8/layout/hierarchy2"/>
    <dgm:cxn modelId="{14380CF0-4A7D-4CE9-A738-1D9ED4DE5EA1}" type="presParOf" srcId="{0C1032A9-C278-474B-82BD-D7D06EBE367B}" destId="{BFC18604-75CB-4DE4-8599-5A6CDB5DC47C}" srcOrd="0" destOrd="0" presId="urn:microsoft.com/office/officeart/2005/8/layout/hierarchy2"/>
    <dgm:cxn modelId="{E600A415-C375-47ED-AD13-855829DC7B97}" type="presParOf" srcId="{E0B05552-C939-49A6-AC59-27A5B4BFDA2E}" destId="{3A7D25BF-6BE7-4C73-84E4-C2704A29837F}" srcOrd="5" destOrd="0" presId="urn:microsoft.com/office/officeart/2005/8/layout/hierarchy2"/>
    <dgm:cxn modelId="{13535752-02F0-49C2-9F85-303567E17D0F}" type="presParOf" srcId="{3A7D25BF-6BE7-4C73-84E4-C2704A29837F}" destId="{7AF735E4-06EC-455B-B563-20A3B227FE10}" srcOrd="0" destOrd="0" presId="urn:microsoft.com/office/officeart/2005/8/layout/hierarchy2"/>
    <dgm:cxn modelId="{E37D4620-6230-4F17-9A9B-B2E063F0EC82}" type="presParOf" srcId="{3A7D25BF-6BE7-4C73-84E4-C2704A29837F}" destId="{B2A037E9-3EEF-46EF-ACCD-4BBF933487FB}" srcOrd="1" destOrd="0" presId="urn:microsoft.com/office/officeart/2005/8/layout/hierarchy2"/>
    <dgm:cxn modelId="{2C03E980-5D32-4F35-9DD7-2A7C26B5D15B}" type="presParOf" srcId="{E0B05552-C939-49A6-AC59-27A5B4BFDA2E}" destId="{D19BC39F-6E30-4D7A-8B80-4AAD11FCD4B5}" srcOrd="6" destOrd="0" presId="urn:microsoft.com/office/officeart/2005/8/layout/hierarchy2"/>
    <dgm:cxn modelId="{DB279078-EC42-4FF8-BC04-9BFBFA29D761}" type="presParOf" srcId="{D19BC39F-6E30-4D7A-8B80-4AAD11FCD4B5}" destId="{C1D89114-AEE8-4865-BC78-CB0AFEDCABC0}" srcOrd="0" destOrd="0" presId="urn:microsoft.com/office/officeart/2005/8/layout/hierarchy2"/>
    <dgm:cxn modelId="{67459B2C-E663-48EA-8F50-F3FAACF233D4}" type="presParOf" srcId="{E0B05552-C939-49A6-AC59-27A5B4BFDA2E}" destId="{23557D5B-C108-44F4-86AF-27D567D16FB2}" srcOrd="7" destOrd="0" presId="urn:microsoft.com/office/officeart/2005/8/layout/hierarchy2"/>
    <dgm:cxn modelId="{86728072-9EF7-48F9-B88D-DA4272A5C0A2}" type="presParOf" srcId="{23557D5B-C108-44F4-86AF-27D567D16FB2}" destId="{E31DFE20-A54A-4CE3-8563-1448FBD89765}" srcOrd="0" destOrd="0" presId="urn:microsoft.com/office/officeart/2005/8/layout/hierarchy2"/>
    <dgm:cxn modelId="{DE3CCF42-A6CC-4109-9B04-912768F0E3E5}" type="presParOf" srcId="{23557D5B-C108-44F4-86AF-27D567D16FB2}" destId="{58C499DA-DCD2-4389-89C5-A9BC03AF500E}" srcOrd="1" destOrd="0" presId="urn:microsoft.com/office/officeart/2005/8/layout/hierarchy2"/>
    <dgm:cxn modelId="{03B11E3B-6D68-4E31-9CED-B9C287AD2DBF}" type="presParOf" srcId="{357D9F29-5EC8-4643-B9B3-9812DB63BA8E}" destId="{7F5D89EB-19E4-4DDA-9F7C-C81FABCA9B42}" srcOrd="10" destOrd="0" presId="urn:microsoft.com/office/officeart/2005/8/layout/hierarchy2"/>
    <dgm:cxn modelId="{69E2F760-91EE-4910-B544-32DC2CA0AAA5}" type="presParOf" srcId="{7F5D89EB-19E4-4DDA-9F7C-C81FABCA9B42}" destId="{38ADD085-6423-4579-8016-F5C1E91B22A2}" srcOrd="0" destOrd="0" presId="urn:microsoft.com/office/officeart/2005/8/layout/hierarchy2"/>
    <dgm:cxn modelId="{75D1311C-F251-4BF4-850B-06A8F7690C17}" type="presParOf" srcId="{357D9F29-5EC8-4643-B9B3-9812DB63BA8E}" destId="{5EA1FB08-7464-4FB9-8D5A-BB74DCEBDF46}" srcOrd="11" destOrd="0" presId="urn:microsoft.com/office/officeart/2005/8/layout/hierarchy2"/>
    <dgm:cxn modelId="{57387A66-A69E-4A5C-9967-DF11BBAFA961}" type="presParOf" srcId="{5EA1FB08-7464-4FB9-8D5A-BB74DCEBDF46}" destId="{1D485976-9832-4921-80AA-D5BA00058D19}" srcOrd="0" destOrd="0" presId="urn:microsoft.com/office/officeart/2005/8/layout/hierarchy2"/>
    <dgm:cxn modelId="{3C0E2B6E-4F21-4BA0-8024-BD808CFC046F}" type="presParOf" srcId="{5EA1FB08-7464-4FB9-8D5A-BB74DCEBDF46}" destId="{A9F55A90-6CFF-465A-A09B-37CBFEB5E211}" srcOrd="1" destOrd="0" presId="urn:microsoft.com/office/officeart/2005/8/layout/hierarchy2"/>
    <dgm:cxn modelId="{FA4A3463-2ACC-4DA0-8BC0-F6BFAD501DA1}" type="presParOf" srcId="{A9F55A90-6CFF-465A-A09B-37CBFEB5E211}" destId="{5D30D867-3AD3-4001-8D46-C86AE68B5009}" srcOrd="0" destOrd="0" presId="urn:microsoft.com/office/officeart/2005/8/layout/hierarchy2"/>
    <dgm:cxn modelId="{86590869-A5CA-4B5F-B7A7-47E67A4AA73C}" type="presParOf" srcId="{5D30D867-3AD3-4001-8D46-C86AE68B5009}" destId="{E0258720-22C5-4AE4-9A47-40139754C70B}" srcOrd="0" destOrd="0" presId="urn:microsoft.com/office/officeart/2005/8/layout/hierarchy2"/>
    <dgm:cxn modelId="{1ED64BC5-D8D3-4F40-9FB6-AD91B96EDE23}" type="presParOf" srcId="{A9F55A90-6CFF-465A-A09B-37CBFEB5E211}" destId="{CC30CF0C-C3E1-4E52-A1CE-5ED2D384DEFD}" srcOrd="1" destOrd="0" presId="urn:microsoft.com/office/officeart/2005/8/layout/hierarchy2"/>
    <dgm:cxn modelId="{335F0058-41D8-4392-AF25-60D5039682DA}" type="presParOf" srcId="{CC30CF0C-C3E1-4E52-A1CE-5ED2D384DEFD}" destId="{8E844B66-AF7D-40E7-8A63-86B2437FF90F}" srcOrd="0" destOrd="0" presId="urn:microsoft.com/office/officeart/2005/8/layout/hierarchy2"/>
    <dgm:cxn modelId="{921E4D57-21EB-4B29-B7C8-08CFE1292B59}" type="presParOf" srcId="{CC30CF0C-C3E1-4E52-A1CE-5ED2D384DEFD}" destId="{404D8DF4-81AF-482E-9FA6-2DD942338155}" srcOrd="1" destOrd="0" presId="urn:microsoft.com/office/officeart/2005/8/layout/hierarchy2"/>
    <dgm:cxn modelId="{C9F5CA88-7B45-4DEF-B175-9745932BBDFC}" type="presParOf" srcId="{A9F55A90-6CFF-465A-A09B-37CBFEB5E211}" destId="{21FD5E02-E9C9-4951-96E7-5516ADFEAD01}" srcOrd="2" destOrd="0" presId="urn:microsoft.com/office/officeart/2005/8/layout/hierarchy2"/>
    <dgm:cxn modelId="{46D6B14B-4564-47CB-84D8-040DFAB3CB85}" type="presParOf" srcId="{21FD5E02-E9C9-4951-96E7-5516ADFEAD01}" destId="{D9FAC522-8C95-416C-B388-D5B66E87AD9D}" srcOrd="0" destOrd="0" presId="urn:microsoft.com/office/officeart/2005/8/layout/hierarchy2"/>
    <dgm:cxn modelId="{C83FF669-2E1D-4C12-BBC0-5DE999EA777E}" type="presParOf" srcId="{A9F55A90-6CFF-465A-A09B-37CBFEB5E211}" destId="{8C012931-D748-47F2-959D-98C23370FDE7}" srcOrd="3" destOrd="0" presId="urn:microsoft.com/office/officeart/2005/8/layout/hierarchy2"/>
    <dgm:cxn modelId="{9A96D7C5-B712-4928-8E41-B3F0F042965D}" type="presParOf" srcId="{8C012931-D748-47F2-959D-98C23370FDE7}" destId="{6A770C92-00D4-4898-92C8-AD092616B293}" srcOrd="0" destOrd="0" presId="urn:microsoft.com/office/officeart/2005/8/layout/hierarchy2"/>
    <dgm:cxn modelId="{BA8D6507-E5BC-416A-99C0-8A55BA766FAB}" type="presParOf" srcId="{8C012931-D748-47F2-959D-98C23370FDE7}" destId="{CA84BBED-A551-42FF-8FFF-EAB22D828871}" srcOrd="1" destOrd="0" presId="urn:microsoft.com/office/officeart/2005/8/layout/hierarchy2"/>
    <dgm:cxn modelId="{28595989-AD64-4669-86F6-B4F2397F13A8}" type="presParOf" srcId="{A9F55A90-6CFF-465A-A09B-37CBFEB5E211}" destId="{357141A7-8B66-4047-AA65-35848BA45F34}" srcOrd="4" destOrd="0" presId="urn:microsoft.com/office/officeart/2005/8/layout/hierarchy2"/>
    <dgm:cxn modelId="{4EA6F95C-DF94-40E9-95F3-FBDD33434971}" type="presParOf" srcId="{357141A7-8B66-4047-AA65-35848BA45F34}" destId="{99845688-34E9-46CA-9C95-CF118CBD2CC8}" srcOrd="0" destOrd="0" presId="urn:microsoft.com/office/officeart/2005/8/layout/hierarchy2"/>
    <dgm:cxn modelId="{FBD80C7A-F9F9-4C4E-AF70-F78EE014AE9B}" type="presParOf" srcId="{A9F55A90-6CFF-465A-A09B-37CBFEB5E211}" destId="{2BC696A4-6C6E-44E2-8A1A-52A86AE71F3E}" srcOrd="5" destOrd="0" presId="urn:microsoft.com/office/officeart/2005/8/layout/hierarchy2"/>
    <dgm:cxn modelId="{C8F51246-6E43-4C6F-835F-32456E3F3892}" type="presParOf" srcId="{2BC696A4-6C6E-44E2-8A1A-52A86AE71F3E}" destId="{2E0CC225-99F3-479E-B435-8860C1C03626}" srcOrd="0" destOrd="0" presId="urn:microsoft.com/office/officeart/2005/8/layout/hierarchy2"/>
    <dgm:cxn modelId="{637A53B3-0A46-48F0-976F-64C9693940DD}" type="presParOf" srcId="{2BC696A4-6C6E-44E2-8A1A-52A86AE71F3E}" destId="{D8020256-7DE1-4056-946C-5A56FCB1980E}" srcOrd="1" destOrd="0" presId="urn:microsoft.com/office/officeart/2005/8/layout/hierarchy2"/>
    <dgm:cxn modelId="{C0EFD2E7-3BD8-44B4-BA4D-1E5848479D9F}" type="presParOf" srcId="{A9F55A90-6CFF-465A-A09B-37CBFEB5E211}" destId="{954170EF-0423-474C-9693-4CD673B73621}" srcOrd="6" destOrd="0" presId="urn:microsoft.com/office/officeart/2005/8/layout/hierarchy2"/>
    <dgm:cxn modelId="{01E548EF-9F20-4CE8-BE9A-46D4D4320B24}" type="presParOf" srcId="{954170EF-0423-474C-9693-4CD673B73621}" destId="{199F5BAF-3985-4105-B679-030ADD2286A8}" srcOrd="0" destOrd="0" presId="urn:microsoft.com/office/officeart/2005/8/layout/hierarchy2"/>
    <dgm:cxn modelId="{7DEE4890-22ED-4811-9717-7EE9B78A6ADF}" type="presParOf" srcId="{A9F55A90-6CFF-465A-A09B-37CBFEB5E211}" destId="{DB637D0D-8D9C-49AD-9FF3-7CD9848B3DA1}" srcOrd="7" destOrd="0" presId="urn:microsoft.com/office/officeart/2005/8/layout/hierarchy2"/>
    <dgm:cxn modelId="{2FE0B13F-FDBE-4926-A653-3491B11D1F47}" type="presParOf" srcId="{DB637D0D-8D9C-49AD-9FF3-7CD9848B3DA1}" destId="{F8872829-5679-409C-ABB5-8BF475C24AE2}" srcOrd="0" destOrd="0" presId="urn:microsoft.com/office/officeart/2005/8/layout/hierarchy2"/>
    <dgm:cxn modelId="{2BB2E8D9-5B58-4D25-8EA9-F0396E311BE6}" type="presParOf" srcId="{DB637D0D-8D9C-49AD-9FF3-7CD9848B3DA1}" destId="{0E8C7E4A-CAD2-486A-BA17-949C33BC36BF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227BC-7463-45A1-B310-664CD4815CB1}">
      <dsp:nvSpPr>
        <dsp:cNvPr id="0" name=""/>
        <dsp:cNvSpPr/>
      </dsp:nvSpPr>
      <dsp:spPr>
        <a:xfrm>
          <a:off x="0" y="2490478"/>
          <a:ext cx="888500" cy="41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HOME</a:t>
          </a:r>
        </a:p>
      </dsp:txBody>
      <dsp:txXfrm>
        <a:off x="12055" y="2502533"/>
        <a:ext cx="864390" cy="387490"/>
      </dsp:txXfrm>
    </dsp:sp>
    <dsp:sp modelId="{CE6C88DB-6C24-4E2E-8FFD-261CFAC79621}">
      <dsp:nvSpPr>
        <dsp:cNvPr id="0" name=""/>
        <dsp:cNvSpPr/>
      </dsp:nvSpPr>
      <dsp:spPr>
        <a:xfrm rot="16717463">
          <a:off x="10477" y="1667243"/>
          <a:ext cx="2065829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2065829" y="78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991747" y="1623398"/>
        <a:ext cx="103291" cy="103291"/>
      </dsp:txXfrm>
    </dsp:sp>
    <dsp:sp modelId="{25ABC311-91F5-4656-9ACD-730425E4219F}">
      <dsp:nvSpPr>
        <dsp:cNvPr id="0" name=""/>
        <dsp:cNvSpPr/>
      </dsp:nvSpPr>
      <dsp:spPr>
        <a:xfrm>
          <a:off x="1198284" y="502921"/>
          <a:ext cx="1109153" cy="301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About us</a:t>
          </a:r>
        </a:p>
      </dsp:txBody>
      <dsp:txXfrm>
        <a:off x="1207123" y="511760"/>
        <a:ext cx="1091475" cy="284096"/>
      </dsp:txXfrm>
    </dsp:sp>
    <dsp:sp modelId="{F4990F14-8AF7-4BBF-BFEC-4DBC6120A852}">
      <dsp:nvSpPr>
        <dsp:cNvPr id="0" name=""/>
        <dsp:cNvSpPr/>
      </dsp:nvSpPr>
      <dsp:spPr>
        <a:xfrm rot="21142673">
          <a:off x="2290531" y="392204"/>
          <a:ext cx="3826982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826982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108347" y="304330"/>
        <a:ext cx="191349" cy="191349"/>
      </dsp:txXfrm>
    </dsp:sp>
    <dsp:sp modelId="{4B09E4BD-6E45-4F60-9565-B5CAAAA85E14}">
      <dsp:nvSpPr>
        <dsp:cNvPr id="0" name=""/>
        <dsp:cNvSpPr/>
      </dsp:nvSpPr>
      <dsp:spPr>
        <a:xfrm>
          <a:off x="6100606" y="1352"/>
          <a:ext cx="799187" cy="2896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Who we are</a:t>
          </a:r>
        </a:p>
      </dsp:txBody>
      <dsp:txXfrm>
        <a:off x="6109091" y="9837"/>
        <a:ext cx="782217" cy="272727"/>
      </dsp:txXfrm>
    </dsp:sp>
    <dsp:sp modelId="{19030EE0-4685-4B12-94D0-FE54F10AB902}">
      <dsp:nvSpPr>
        <dsp:cNvPr id="0" name=""/>
        <dsp:cNvSpPr/>
      </dsp:nvSpPr>
      <dsp:spPr>
        <a:xfrm rot="21470552">
          <a:off x="2306092" y="574558"/>
          <a:ext cx="3795859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795859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109125" y="487462"/>
        <a:ext cx="189792" cy="189792"/>
      </dsp:txXfrm>
    </dsp:sp>
    <dsp:sp modelId="{A5A06CA4-2261-4B96-B3E5-3E1FD23C3704}">
      <dsp:nvSpPr>
        <dsp:cNvPr id="0" name=""/>
        <dsp:cNvSpPr/>
      </dsp:nvSpPr>
      <dsp:spPr>
        <a:xfrm>
          <a:off x="6100606" y="366060"/>
          <a:ext cx="799187" cy="2896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Why companies engage us</a:t>
          </a:r>
        </a:p>
      </dsp:txBody>
      <dsp:txXfrm>
        <a:off x="6109091" y="374545"/>
        <a:ext cx="782217" cy="272727"/>
      </dsp:txXfrm>
    </dsp:sp>
    <dsp:sp modelId="{EDAEDEEC-EBB0-4CE5-948A-2BAC6AE06959}">
      <dsp:nvSpPr>
        <dsp:cNvPr id="0" name=""/>
        <dsp:cNvSpPr/>
      </dsp:nvSpPr>
      <dsp:spPr>
        <a:xfrm rot="112449">
          <a:off x="2306097" y="727961"/>
          <a:ext cx="5011788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5011788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86697" y="610466"/>
        <a:ext cx="250589" cy="250589"/>
      </dsp:txXfrm>
    </dsp:sp>
    <dsp:sp modelId="{A20D7EBA-03CF-4D5B-85CC-37B8D3809155}">
      <dsp:nvSpPr>
        <dsp:cNvPr id="0" name=""/>
        <dsp:cNvSpPr/>
      </dsp:nvSpPr>
      <dsp:spPr>
        <a:xfrm>
          <a:off x="7316545" y="672866"/>
          <a:ext cx="799187" cy="2896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How is done</a:t>
          </a:r>
        </a:p>
      </dsp:txBody>
      <dsp:txXfrm>
        <a:off x="7325030" y="681351"/>
        <a:ext cx="782217" cy="272727"/>
      </dsp:txXfrm>
    </dsp:sp>
    <dsp:sp modelId="{3C430799-D1EE-40E5-8734-947DF111660F}">
      <dsp:nvSpPr>
        <dsp:cNvPr id="0" name=""/>
        <dsp:cNvSpPr/>
      </dsp:nvSpPr>
      <dsp:spPr>
        <a:xfrm rot="361450">
          <a:off x="2293530" y="910315"/>
          <a:ext cx="5036923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5036923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86068" y="792192"/>
        <a:ext cx="251846" cy="251846"/>
      </dsp:txXfrm>
    </dsp:sp>
    <dsp:sp modelId="{89FCA140-E871-4280-9DBA-5AE0E16C2E7A}">
      <dsp:nvSpPr>
        <dsp:cNvPr id="0" name=""/>
        <dsp:cNvSpPr/>
      </dsp:nvSpPr>
      <dsp:spPr>
        <a:xfrm>
          <a:off x="7316545" y="1037574"/>
          <a:ext cx="799187" cy="2896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Leadership</a:t>
          </a:r>
        </a:p>
      </dsp:txBody>
      <dsp:txXfrm>
        <a:off x="7325030" y="1046059"/>
        <a:ext cx="782217" cy="272727"/>
      </dsp:txXfrm>
    </dsp:sp>
    <dsp:sp modelId="{A5C884BB-28FB-4599-8C08-3A30E9F8F17F}">
      <dsp:nvSpPr>
        <dsp:cNvPr id="0" name=""/>
        <dsp:cNvSpPr/>
      </dsp:nvSpPr>
      <dsp:spPr>
        <a:xfrm rot="17167039">
          <a:off x="485434" y="2152451"/>
          <a:ext cx="1115916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1115916" y="78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15494" y="2132353"/>
        <a:ext cx="55795" cy="55795"/>
      </dsp:txXfrm>
    </dsp:sp>
    <dsp:sp modelId="{DE4BEB08-3CBC-42CD-958D-7A344E824ABA}">
      <dsp:nvSpPr>
        <dsp:cNvPr id="0" name=""/>
        <dsp:cNvSpPr/>
      </dsp:nvSpPr>
      <dsp:spPr>
        <a:xfrm>
          <a:off x="1198284" y="1473336"/>
          <a:ext cx="1109153" cy="301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Territories/Markets</a:t>
          </a:r>
        </a:p>
      </dsp:txBody>
      <dsp:txXfrm>
        <a:off x="1207123" y="1482175"/>
        <a:ext cx="1091475" cy="284096"/>
      </dsp:txXfrm>
    </dsp:sp>
    <dsp:sp modelId="{0671BC84-A5C0-4CD9-BF13-35AEC63A5C54}">
      <dsp:nvSpPr>
        <dsp:cNvPr id="0" name=""/>
        <dsp:cNvSpPr/>
      </dsp:nvSpPr>
      <dsp:spPr>
        <a:xfrm rot="21464408">
          <a:off x="2306781" y="1583151"/>
          <a:ext cx="1687590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1687590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108387" y="1548761"/>
        <a:ext cx="84379" cy="84379"/>
      </dsp:txXfrm>
    </dsp:sp>
    <dsp:sp modelId="{E93BCB9E-75DB-4F49-B743-EEDA4DDFF54C}">
      <dsp:nvSpPr>
        <dsp:cNvPr id="0" name=""/>
        <dsp:cNvSpPr/>
      </dsp:nvSpPr>
      <dsp:spPr>
        <a:xfrm>
          <a:off x="3993716" y="1354186"/>
          <a:ext cx="1197286" cy="40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Interactive map to highlight coverage</a:t>
          </a:r>
        </a:p>
      </dsp:txBody>
      <dsp:txXfrm>
        <a:off x="4005636" y="1366106"/>
        <a:ext cx="1173446" cy="383144"/>
      </dsp:txXfrm>
    </dsp:sp>
    <dsp:sp modelId="{C8C0B823-A816-48F0-8284-5296E1E353F5}">
      <dsp:nvSpPr>
        <dsp:cNvPr id="0" name=""/>
        <dsp:cNvSpPr/>
      </dsp:nvSpPr>
      <dsp:spPr>
        <a:xfrm rot="18960564">
          <a:off x="828101" y="2538950"/>
          <a:ext cx="430581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430581" y="78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32628" y="2535986"/>
        <a:ext cx="21529" cy="21529"/>
      </dsp:txXfrm>
    </dsp:sp>
    <dsp:sp modelId="{847FED5D-4AFB-421D-B69F-6D92DE862B94}">
      <dsp:nvSpPr>
        <dsp:cNvPr id="0" name=""/>
        <dsp:cNvSpPr/>
      </dsp:nvSpPr>
      <dsp:spPr>
        <a:xfrm>
          <a:off x="1198284" y="2246335"/>
          <a:ext cx="1109153" cy="301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Services</a:t>
          </a:r>
          <a:endParaRPr lang="en-US" sz="700" kern="1200" dirty="0"/>
        </a:p>
      </dsp:txBody>
      <dsp:txXfrm>
        <a:off x="1207123" y="2255174"/>
        <a:ext cx="1091475" cy="284096"/>
      </dsp:txXfrm>
    </dsp:sp>
    <dsp:sp modelId="{8CF78B8E-9956-43D6-A21B-8E0997AC665D}">
      <dsp:nvSpPr>
        <dsp:cNvPr id="0" name=""/>
        <dsp:cNvSpPr/>
      </dsp:nvSpPr>
      <dsp:spPr>
        <a:xfrm rot="21128753">
          <a:off x="2292910" y="2177801"/>
          <a:ext cx="3097246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097246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764102" y="2108170"/>
        <a:ext cx="154862" cy="154862"/>
      </dsp:txXfrm>
    </dsp:sp>
    <dsp:sp modelId="{734208F9-BB6C-4E68-AE26-6BFC9CB8B561}">
      <dsp:nvSpPr>
        <dsp:cNvPr id="0" name=""/>
        <dsp:cNvSpPr/>
      </dsp:nvSpPr>
      <dsp:spPr>
        <a:xfrm>
          <a:off x="5375630" y="1834152"/>
          <a:ext cx="1011649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Channel &amp; Business development</a:t>
          </a:r>
        </a:p>
      </dsp:txBody>
      <dsp:txXfrm>
        <a:off x="5383821" y="1842343"/>
        <a:ext cx="995267" cy="263274"/>
      </dsp:txXfrm>
    </dsp:sp>
    <dsp:sp modelId="{2BF70E99-7B8C-4DAE-876C-6D5EE3003621}">
      <dsp:nvSpPr>
        <dsp:cNvPr id="0" name=""/>
        <dsp:cNvSpPr/>
      </dsp:nvSpPr>
      <dsp:spPr>
        <a:xfrm rot="21523178">
          <a:off x="2307054" y="2355134"/>
          <a:ext cx="3068958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068958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64810" y="2286211"/>
        <a:ext cx="153447" cy="153447"/>
      </dsp:txXfrm>
    </dsp:sp>
    <dsp:sp modelId="{55CE902E-B7BA-4EFE-B50A-91AFF2B59AEF}">
      <dsp:nvSpPr>
        <dsp:cNvPr id="0" name=""/>
        <dsp:cNvSpPr/>
      </dsp:nvSpPr>
      <dsp:spPr>
        <a:xfrm>
          <a:off x="5375630" y="2188819"/>
          <a:ext cx="1011649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Market positioning</a:t>
          </a:r>
        </a:p>
      </dsp:txBody>
      <dsp:txXfrm>
        <a:off x="5383821" y="2197010"/>
        <a:ext cx="995267" cy="263274"/>
      </dsp:txXfrm>
    </dsp:sp>
    <dsp:sp modelId="{11E8A090-B84B-4159-9C9C-4FC51AFDB391}">
      <dsp:nvSpPr>
        <dsp:cNvPr id="0" name=""/>
        <dsp:cNvSpPr/>
      </dsp:nvSpPr>
      <dsp:spPr>
        <a:xfrm rot="319627">
          <a:off x="2300783" y="2532468"/>
          <a:ext cx="3081501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081501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64496" y="2463231"/>
        <a:ext cx="154075" cy="154075"/>
      </dsp:txXfrm>
    </dsp:sp>
    <dsp:sp modelId="{E1E48E68-165A-421A-A64E-48809F8A469E}">
      <dsp:nvSpPr>
        <dsp:cNvPr id="0" name=""/>
        <dsp:cNvSpPr/>
      </dsp:nvSpPr>
      <dsp:spPr>
        <a:xfrm>
          <a:off x="5375630" y="2543486"/>
          <a:ext cx="1011649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Marketing, visibility and support</a:t>
          </a:r>
        </a:p>
      </dsp:txBody>
      <dsp:txXfrm>
        <a:off x="5383821" y="2551677"/>
        <a:ext cx="995267" cy="263274"/>
      </dsp:txXfrm>
    </dsp:sp>
    <dsp:sp modelId="{62B7D078-9ED3-4320-8ADC-BC8A287DFB18}">
      <dsp:nvSpPr>
        <dsp:cNvPr id="0" name=""/>
        <dsp:cNvSpPr/>
      </dsp:nvSpPr>
      <dsp:spPr>
        <a:xfrm rot="845130">
          <a:off x="883699" y="2727343"/>
          <a:ext cx="319386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19386" y="78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35408" y="2727159"/>
        <a:ext cx="15969" cy="15969"/>
      </dsp:txXfrm>
    </dsp:sp>
    <dsp:sp modelId="{388DFE42-A6F3-41BE-9C43-E589FF7E3BEB}">
      <dsp:nvSpPr>
        <dsp:cNvPr id="0" name=""/>
        <dsp:cNvSpPr/>
      </dsp:nvSpPr>
      <dsp:spPr>
        <a:xfrm>
          <a:off x="1198284" y="2623120"/>
          <a:ext cx="1109153" cy="301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Products/Partners</a:t>
          </a:r>
          <a:endParaRPr lang="en-US" sz="700" kern="1200" dirty="0"/>
        </a:p>
      </dsp:txBody>
      <dsp:txXfrm>
        <a:off x="1207123" y="2631959"/>
        <a:ext cx="1091475" cy="284096"/>
      </dsp:txXfrm>
    </dsp:sp>
    <dsp:sp modelId="{78EC6A85-8F91-492D-AC7D-768B8AC27646}">
      <dsp:nvSpPr>
        <dsp:cNvPr id="0" name=""/>
        <dsp:cNvSpPr/>
      </dsp:nvSpPr>
      <dsp:spPr>
        <a:xfrm rot="4308071">
          <a:off x="547445" y="3159618"/>
          <a:ext cx="991894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991894" y="78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18595" y="3142621"/>
        <a:ext cx="49594" cy="49594"/>
      </dsp:txXfrm>
    </dsp:sp>
    <dsp:sp modelId="{C6C4AD09-35DE-4C7F-8DE1-5083BF9E56C3}">
      <dsp:nvSpPr>
        <dsp:cNvPr id="0" name=""/>
        <dsp:cNvSpPr/>
      </dsp:nvSpPr>
      <dsp:spPr>
        <a:xfrm>
          <a:off x="1198284" y="3487670"/>
          <a:ext cx="1109153" cy="301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Media/Press</a:t>
          </a:r>
        </a:p>
      </dsp:txBody>
      <dsp:txXfrm>
        <a:off x="1207123" y="3496509"/>
        <a:ext cx="1091475" cy="284096"/>
      </dsp:txXfrm>
    </dsp:sp>
    <dsp:sp modelId="{4A969E54-DF3E-440F-B494-6984A09809EA}">
      <dsp:nvSpPr>
        <dsp:cNvPr id="0" name=""/>
        <dsp:cNvSpPr/>
      </dsp:nvSpPr>
      <dsp:spPr>
        <a:xfrm rot="21277411">
          <a:off x="2298722" y="3445134"/>
          <a:ext cx="3962102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962102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80721" y="3353881"/>
        <a:ext cx="198105" cy="198105"/>
      </dsp:txXfrm>
    </dsp:sp>
    <dsp:sp modelId="{8BA5D6D8-D06E-44AF-BB85-B5DF4A0F196A}">
      <dsp:nvSpPr>
        <dsp:cNvPr id="0" name=""/>
        <dsp:cNvSpPr/>
      </dsp:nvSpPr>
      <dsp:spPr>
        <a:xfrm>
          <a:off x="6252109" y="3127482"/>
          <a:ext cx="1083849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Where to find us (upcoming events)</a:t>
          </a:r>
        </a:p>
      </dsp:txBody>
      <dsp:txXfrm>
        <a:off x="6260300" y="3135673"/>
        <a:ext cx="1067467" cy="263274"/>
      </dsp:txXfrm>
    </dsp:sp>
    <dsp:sp modelId="{32B6A180-1955-48B8-AF1D-E5C4BABD91A4}">
      <dsp:nvSpPr>
        <dsp:cNvPr id="0" name=""/>
        <dsp:cNvSpPr/>
      </dsp:nvSpPr>
      <dsp:spPr>
        <a:xfrm rot="21585551">
          <a:off x="2307420" y="3622467"/>
          <a:ext cx="3944705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944705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81155" y="3531650"/>
        <a:ext cx="197235" cy="197235"/>
      </dsp:txXfrm>
    </dsp:sp>
    <dsp:sp modelId="{8B9AD583-E4D4-4E29-AD8B-F6A3F09B5C41}">
      <dsp:nvSpPr>
        <dsp:cNvPr id="0" name=""/>
        <dsp:cNvSpPr/>
      </dsp:nvSpPr>
      <dsp:spPr>
        <a:xfrm>
          <a:off x="6252109" y="3482149"/>
          <a:ext cx="1083849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Blogs</a:t>
          </a:r>
        </a:p>
      </dsp:txBody>
      <dsp:txXfrm>
        <a:off x="6260300" y="3490340"/>
        <a:ext cx="1067467" cy="263274"/>
      </dsp:txXfrm>
    </dsp:sp>
    <dsp:sp modelId="{0C1032A9-C278-474B-82BD-D7D06EBE367B}">
      <dsp:nvSpPr>
        <dsp:cNvPr id="0" name=""/>
        <dsp:cNvSpPr/>
      </dsp:nvSpPr>
      <dsp:spPr>
        <a:xfrm rot="148400">
          <a:off x="2305038" y="3741900"/>
          <a:ext cx="5150936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5150936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751733" y="3620927"/>
        <a:ext cx="257546" cy="257546"/>
      </dsp:txXfrm>
    </dsp:sp>
    <dsp:sp modelId="{7AF735E4-06EC-455B-B563-20A3B227FE10}">
      <dsp:nvSpPr>
        <dsp:cNvPr id="0" name=""/>
        <dsp:cNvSpPr/>
      </dsp:nvSpPr>
      <dsp:spPr>
        <a:xfrm>
          <a:off x="7453576" y="3721015"/>
          <a:ext cx="936787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Videos/Photos</a:t>
          </a:r>
        </a:p>
      </dsp:txBody>
      <dsp:txXfrm>
        <a:off x="7461767" y="3729206"/>
        <a:ext cx="920405" cy="263274"/>
      </dsp:txXfrm>
    </dsp:sp>
    <dsp:sp modelId="{D19BC39F-6E30-4D7A-8B80-4AAD11FCD4B5}">
      <dsp:nvSpPr>
        <dsp:cNvPr id="0" name=""/>
        <dsp:cNvSpPr/>
      </dsp:nvSpPr>
      <dsp:spPr>
        <a:xfrm rot="383816">
          <a:off x="2291317" y="3919233"/>
          <a:ext cx="5178379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5178379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751047" y="3797574"/>
        <a:ext cx="258918" cy="258918"/>
      </dsp:txXfrm>
    </dsp:sp>
    <dsp:sp modelId="{E31DFE20-A54A-4CE3-8563-1448FBD89765}">
      <dsp:nvSpPr>
        <dsp:cNvPr id="0" name=""/>
        <dsp:cNvSpPr/>
      </dsp:nvSpPr>
      <dsp:spPr>
        <a:xfrm>
          <a:off x="7453576" y="4075682"/>
          <a:ext cx="936787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Interviews</a:t>
          </a:r>
        </a:p>
      </dsp:txBody>
      <dsp:txXfrm>
        <a:off x="7461767" y="4083873"/>
        <a:ext cx="920405" cy="263274"/>
      </dsp:txXfrm>
    </dsp:sp>
    <dsp:sp modelId="{7F5D89EB-19E4-4DDA-9F7C-C81FABCA9B42}">
      <dsp:nvSpPr>
        <dsp:cNvPr id="0" name=""/>
        <dsp:cNvSpPr/>
      </dsp:nvSpPr>
      <dsp:spPr>
        <a:xfrm rot="4951490">
          <a:off x="-147199" y="3868952"/>
          <a:ext cx="2381184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2381184" y="78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983863" y="3817223"/>
        <a:ext cx="119059" cy="119059"/>
      </dsp:txXfrm>
    </dsp:sp>
    <dsp:sp modelId="{1D485976-9832-4921-80AA-D5BA00058D19}">
      <dsp:nvSpPr>
        <dsp:cNvPr id="0" name=""/>
        <dsp:cNvSpPr/>
      </dsp:nvSpPr>
      <dsp:spPr>
        <a:xfrm>
          <a:off x="1198284" y="4906339"/>
          <a:ext cx="1109153" cy="301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Connect with us</a:t>
          </a:r>
        </a:p>
      </dsp:txBody>
      <dsp:txXfrm>
        <a:off x="1207123" y="4915178"/>
        <a:ext cx="1091475" cy="284096"/>
      </dsp:txXfrm>
    </dsp:sp>
    <dsp:sp modelId="{5D30D867-3AD3-4001-8D46-C86AE68B5009}">
      <dsp:nvSpPr>
        <dsp:cNvPr id="0" name=""/>
        <dsp:cNvSpPr/>
      </dsp:nvSpPr>
      <dsp:spPr>
        <a:xfrm rot="20798827">
          <a:off x="2276301" y="4783426"/>
          <a:ext cx="2303554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2303554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370489" y="4733637"/>
        <a:ext cx="115177" cy="115177"/>
      </dsp:txXfrm>
    </dsp:sp>
    <dsp:sp modelId="{8E844B66-AF7D-40E7-8A63-86B2437FF90F}">
      <dsp:nvSpPr>
        <dsp:cNvPr id="0" name=""/>
        <dsp:cNvSpPr/>
      </dsp:nvSpPr>
      <dsp:spPr>
        <a:xfrm>
          <a:off x="4548718" y="4385398"/>
          <a:ext cx="736128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Phone #</a:t>
          </a:r>
          <a:endParaRPr lang="en-US" sz="700" kern="1200" dirty="0"/>
        </a:p>
      </dsp:txBody>
      <dsp:txXfrm>
        <a:off x="4556909" y="4393589"/>
        <a:ext cx="719746" cy="263274"/>
      </dsp:txXfrm>
    </dsp:sp>
    <dsp:sp modelId="{21FD5E02-E9C9-4951-96E7-5516ADFEAD01}">
      <dsp:nvSpPr>
        <dsp:cNvPr id="0" name=""/>
        <dsp:cNvSpPr/>
      </dsp:nvSpPr>
      <dsp:spPr>
        <a:xfrm rot="21328566">
          <a:off x="2303935" y="4960759"/>
          <a:ext cx="2248284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2248284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371871" y="4912353"/>
        <a:ext cx="112414" cy="112414"/>
      </dsp:txXfrm>
    </dsp:sp>
    <dsp:sp modelId="{6A770C92-00D4-4898-92C8-AD092616B293}">
      <dsp:nvSpPr>
        <dsp:cNvPr id="0" name=""/>
        <dsp:cNvSpPr/>
      </dsp:nvSpPr>
      <dsp:spPr>
        <a:xfrm>
          <a:off x="4548718" y="4740065"/>
          <a:ext cx="736128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Location</a:t>
          </a:r>
          <a:endParaRPr lang="en-US" sz="700" kern="1200" dirty="0"/>
        </a:p>
      </dsp:txBody>
      <dsp:txXfrm>
        <a:off x="4556909" y="4748256"/>
        <a:ext cx="719746" cy="263274"/>
      </dsp:txXfrm>
    </dsp:sp>
    <dsp:sp modelId="{357141A7-8B66-4047-AA65-35848BA45F34}">
      <dsp:nvSpPr>
        <dsp:cNvPr id="0" name=""/>
        <dsp:cNvSpPr/>
      </dsp:nvSpPr>
      <dsp:spPr>
        <a:xfrm rot="175143">
          <a:off x="2305314" y="5132772"/>
          <a:ext cx="3273288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273288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860126" y="5058740"/>
        <a:ext cx="163664" cy="163664"/>
      </dsp:txXfrm>
    </dsp:sp>
    <dsp:sp modelId="{2E0CC225-99F3-479E-B435-8860C1C03626}">
      <dsp:nvSpPr>
        <dsp:cNvPr id="0" name=""/>
        <dsp:cNvSpPr/>
      </dsp:nvSpPr>
      <dsp:spPr>
        <a:xfrm>
          <a:off x="5576479" y="5084090"/>
          <a:ext cx="840703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Email</a:t>
          </a:r>
        </a:p>
      </dsp:txBody>
      <dsp:txXfrm>
        <a:off x="5584670" y="5092281"/>
        <a:ext cx="824321" cy="263274"/>
      </dsp:txXfrm>
    </dsp:sp>
    <dsp:sp modelId="{954170EF-0423-474C-9693-4CD673B73621}">
      <dsp:nvSpPr>
        <dsp:cNvPr id="0" name=""/>
        <dsp:cNvSpPr/>
      </dsp:nvSpPr>
      <dsp:spPr>
        <a:xfrm rot="554082">
          <a:off x="2285960" y="5315357"/>
          <a:ext cx="3314206" cy="15600"/>
        </a:xfrm>
        <a:custGeom>
          <a:avLst/>
          <a:gdLst/>
          <a:ahLst/>
          <a:cxnLst/>
          <a:rect l="0" t="0" r="0" b="0"/>
          <a:pathLst>
            <a:path>
              <a:moveTo>
                <a:pt x="0" y="7800"/>
              </a:moveTo>
              <a:lnTo>
                <a:pt x="3314206" y="78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860208" y="5240302"/>
        <a:ext cx="165710" cy="165710"/>
      </dsp:txXfrm>
    </dsp:sp>
    <dsp:sp modelId="{F8872829-5679-409C-ABB5-8BF475C24AE2}">
      <dsp:nvSpPr>
        <dsp:cNvPr id="0" name=""/>
        <dsp:cNvSpPr/>
      </dsp:nvSpPr>
      <dsp:spPr>
        <a:xfrm>
          <a:off x="5578689" y="5449259"/>
          <a:ext cx="840703" cy="279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Social media</a:t>
          </a:r>
        </a:p>
      </dsp:txBody>
      <dsp:txXfrm>
        <a:off x="5586880" y="5457450"/>
        <a:ext cx="824321" cy="263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4C68-1718-793A-6A65-DDB11941B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5A236-D3E6-016A-4584-83352FEE8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EF9DE-950C-8917-DE60-CF322B57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9D7D9-E4FE-8ECF-9DA0-29E399EC7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0996A-D0FE-C1E2-9DD7-C52A4038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6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0F49-7B51-4833-3ED3-6A016F94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CBEB2-03C9-27CE-5AC4-65C5C087F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E4FA6-2FF0-8094-8460-26AF7A12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8ABF-4BE7-B6B7-C787-2073CB95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DA464-2852-ED71-6B06-A55358A7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4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4C00-8A30-126D-4F42-58725DCF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8B6D5-145E-1105-F9C1-0FEA1557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C3A1-FCE4-9883-A52E-600666283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81716-B81D-8D23-C316-278395BB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4F7A8-FF4C-3760-8E6F-51E6A1B1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62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6868-7CE6-FB5E-22BE-796C2E26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F46B0-802E-E7C7-FB78-8A864EAD0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57BD4-A46C-5D0B-A830-C5CEAAE9E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D255-71B0-00A0-B70E-B7384076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27654-76B8-61F5-B59B-90445352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8000C-8384-56B4-6F7F-1DE8AB4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8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F485-2E54-9384-1F14-F9E92912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EFF2F-96E5-C07F-1046-2DCBA9412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76797-7C09-1E19-E2A2-8294E8F1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CBA600-84FE-CFA3-16E6-E0ED9BC57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09DB5-EF88-8782-B795-55AE7E106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FE0E2-31D3-647E-2DE4-3F864236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38C763-043A-091D-441F-EE436885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42A53-6586-BDAD-3FD5-73AEBE8B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5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1ADE-3CF2-32B7-25F2-2039BD75C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8B57A-DD4F-452A-16F8-EC6B4E733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326B9-59E5-B1AC-1B02-A210E6D4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7B52D-1D9B-0B5D-EB63-BD2E8A59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8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F93A9-E13B-83D9-A19A-8DB4CA8F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BA5A7-7FEC-D0F8-C3E0-465705A6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4FFCA-91CF-249F-9D5B-A097454B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9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609D-5118-6986-60C5-C38B7FD7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C1A03-3D5A-9793-0462-4FFD637D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F9563-DD6F-F6A0-9B49-38F3E929B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DAD1A-7264-6A86-27CF-C9FF92AE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AF002-0B09-6038-0686-180FEC76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7F37B-CAD5-4F93-9187-9E5FF7A6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8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2103-92D4-100B-2456-4FE90932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2CDE6-BF9F-4320-1A39-52E0A1197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F6F5D-E53B-EBA0-864E-AD4129C1E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04504-F15C-D0E3-1113-1FE4C9D7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100B1-220C-B4D8-F74F-61BC7957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4F187-B992-8310-B4DC-90494D7D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5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010F-1040-CDCB-4411-28B3A062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C148D-7646-5AB7-199B-D384C5BA1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0A86-E650-943A-978C-B311D4EA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387F7-2E86-05B4-E25A-E805E35C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FB9E1-3643-7489-2941-0EC22A2C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4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AC0D5B-0BB8-3C5B-31BB-3B0F8A5A0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9F332-B80A-E7C9-BA80-22BEDAC6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CFDEC-886F-152B-317C-5029E2D8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4DF48-A2BA-2A59-7E21-08948C138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28694-53D9-2AE7-A41A-DC499C82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49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C4AC76-BCEF-4F09-89B6-ED847708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02585-126B-8A84-78CA-ED53C6112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57BC-142C-A62B-80E8-ECBC6CC37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2FFB9-CB97-4443-B5DE-A9229D89891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75B01-2E9E-39BD-0438-47524235C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D14C-05EC-D5B6-9DB7-E5FEE73E8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810B0-B7C1-4E88-A211-A652949C0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6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4474218-116F-04F1-FEEF-A69C68AE3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4" y="671512"/>
            <a:ext cx="493395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0CCB16-4D58-D85A-893D-9AD5D9EC6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95787"/>
            <a:ext cx="9144000" cy="938213"/>
          </a:xfrm>
        </p:spPr>
        <p:txBody>
          <a:bodyPr/>
          <a:lstStyle/>
          <a:p>
            <a:r>
              <a:rPr lang="en-US" b="1" dirty="0">
                <a:solidFill>
                  <a:srgbClr val="004569"/>
                </a:solidFill>
              </a:rPr>
              <a:t>EXCIGENT WEBSITE</a:t>
            </a:r>
            <a:endParaRPr lang="en-US" dirty="0">
              <a:solidFill>
                <a:srgbClr val="004569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1FA2F-3F50-55D9-CB3B-6F4994C9C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3411" y="5421313"/>
            <a:ext cx="3305175" cy="569912"/>
          </a:xfrm>
        </p:spPr>
        <p:txBody>
          <a:bodyPr/>
          <a:lstStyle/>
          <a:p>
            <a:r>
              <a:rPr lang="en-US" dirty="0">
                <a:solidFill>
                  <a:srgbClr val="004569"/>
                </a:solidFill>
              </a:rPr>
              <a:t>CONTENT STRUCTURE</a:t>
            </a:r>
          </a:p>
        </p:txBody>
      </p:sp>
    </p:spTree>
    <p:extLst>
      <p:ext uri="{BB962C8B-B14F-4D97-AF65-F5344CB8AC3E}">
        <p14:creationId xmlns:p14="http://schemas.microsoft.com/office/powerpoint/2010/main" val="362311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9398F-2419-C0B6-5B5C-9D26FE023FBF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BRAND GUIDE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73CAC2-9F24-B474-BC62-2B444FD58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575395"/>
              </p:ext>
            </p:extLst>
          </p:nvPr>
        </p:nvGraphicFramePr>
        <p:xfrm>
          <a:off x="2306743" y="1602218"/>
          <a:ext cx="7578513" cy="3037356"/>
        </p:xfrm>
        <a:graphic>
          <a:graphicData uri="http://schemas.openxmlformats.org/drawingml/2006/table">
            <a:tbl>
              <a:tblPr/>
              <a:tblGrid>
                <a:gridCol w="2799943">
                  <a:extLst>
                    <a:ext uri="{9D8B030D-6E8A-4147-A177-3AD203B41FA5}">
                      <a16:colId xmlns:a16="http://schemas.microsoft.com/office/drawing/2014/main" val="2343006527"/>
                    </a:ext>
                  </a:extLst>
                </a:gridCol>
                <a:gridCol w="2389285">
                  <a:extLst>
                    <a:ext uri="{9D8B030D-6E8A-4147-A177-3AD203B41FA5}">
                      <a16:colId xmlns:a16="http://schemas.microsoft.com/office/drawing/2014/main" val="3887903277"/>
                    </a:ext>
                  </a:extLst>
                </a:gridCol>
                <a:gridCol w="2389285">
                  <a:extLst>
                    <a:ext uri="{9D8B030D-6E8A-4147-A177-3AD203B41FA5}">
                      <a16:colId xmlns:a16="http://schemas.microsoft.com/office/drawing/2014/main" val="2631949947"/>
                    </a:ext>
                  </a:extLst>
                </a:gridCol>
              </a:tblGrid>
              <a:tr h="38781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Primary logo</a:t>
                      </a:r>
                      <a:r>
                        <a:rPr lang="en-US" sz="1000" b="0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Secondary icon</a:t>
                      </a:r>
                      <a:r>
                        <a:rPr lang="en-US" sz="1000" b="0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Secondary icon with stem</a:t>
                      </a:r>
                      <a:r>
                        <a:rPr lang="en-US" sz="1000" b="0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115760"/>
                  </a:ext>
                </a:extLst>
              </a:tr>
              <a:tr h="264954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r>
                        <a:rPr lang="en-US" sz="85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Use for proposals, reports, presentations, website headers, and formal sales materials.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850" b="0" i="0" kern="120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Use for favicon, social avatar, profile mark, section divider, or compact merch applications.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8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05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r>
                        <a:rPr lang="en-US" sz="85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Use where the full stem detail is desired and vertical space is available.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78508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526E2685-2D80-6DBD-49D2-621424091BB0}"/>
              </a:ext>
            </a:extLst>
          </p:cNvPr>
          <p:cNvGrpSpPr/>
          <p:nvPr/>
        </p:nvGrpSpPr>
        <p:grpSpPr>
          <a:xfrm>
            <a:off x="2542734" y="2529670"/>
            <a:ext cx="6899167" cy="1859207"/>
            <a:chOff x="1485839" y="2313004"/>
            <a:chExt cx="5888417" cy="1651202"/>
          </a:xfrm>
        </p:grpSpPr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A945954A-0AEE-5ABC-77E4-146B35ED13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5839" y="2313004"/>
              <a:ext cx="1914525" cy="1447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9" name="Picture 11">
              <a:extLst>
                <a:ext uri="{FF2B5EF4-FFF2-40B4-BE49-F238E27FC236}">
                  <a16:creationId xmlns:a16="http://schemas.microsoft.com/office/drawing/2014/main" id="{EDCA2C13-2001-D2E2-B506-F5B16A695B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2927" y="2583081"/>
              <a:ext cx="1047750" cy="1057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>
              <a:extLst>
                <a:ext uri="{FF2B5EF4-FFF2-40B4-BE49-F238E27FC236}">
                  <a16:creationId xmlns:a16="http://schemas.microsoft.com/office/drawing/2014/main" id="{9485FB55-C539-DBA9-2A14-33FC19F1E1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6506" y="2583081"/>
              <a:ext cx="1047750" cy="1381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7E2048F-B015-544B-C427-964A83FFFF97}"/>
              </a:ext>
            </a:extLst>
          </p:cNvPr>
          <p:cNvSpPr txBox="1"/>
          <p:nvPr/>
        </p:nvSpPr>
        <p:spPr>
          <a:xfrm>
            <a:off x="3191256" y="5130697"/>
            <a:ext cx="6250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1F2A33"/>
                </a:solidFill>
                <a:effectLst/>
                <a:latin typeface="Alt Gothic ATF"/>
              </a:rPr>
              <a:t>Alternate Gothic ATF</a:t>
            </a:r>
            <a:r>
              <a:rPr lang="en-US" sz="1400" b="0" i="0" dirty="0">
                <a:solidFill>
                  <a:srgbClr val="1F2A33"/>
                </a:solidFill>
                <a:effectLst/>
                <a:latin typeface="Aptos" panose="020B0004020202020204" pitchFamily="34" charset="0"/>
              </a:rPr>
              <a:t> is the official typeface used in the </a:t>
            </a:r>
            <a:r>
              <a:rPr lang="en-US" sz="1400" b="0" i="0" dirty="0" err="1">
                <a:solidFill>
                  <a:srgbClr val="1F2A33"/>
                </a:solidFill>
                <a:effectLst/>
                <a:latin typeface="Aptos" panose="020B0004020202020204" pitchFamily="34" charset="0"/>
              </a:rPr>
              <a:t>Excigent</a:t>
            </a:r>
            <a:r>
              <a:rPr lang="en-US" sz="1400" b="0" i="0" dirty="0">
                <a:solidFill>
                  <a:srgbClr val="1F2A33"/>
                </a:solidFill>
                <a:effectLst/>
                <a:latin typeface="Aptos" panose="020B0004020202020204" pitchFamily="34" charset="0"/>
              </a:rPr>
              <a:t> logo artwork. 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0085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58C75B8-BD82-1C10-CCEE-594AEBB4B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397744"/>
              </p:ext>
            </p:extLst>
          </p:nvPr>
        </p:nvGraphicFramePr>
        <p:xfrm>
          <a:off x="615620" y="1505015"/>
          <a:ext cx="5388222" cy="2979801"/>
        </p:xfrm>
        <a:graphic>
          <a:graphicData uri="http://schemas.openxmlformats.org/drawingml/2006/table">
            <a:tbl>
              <a:tblPr/>
              <a:tblGrid>
                <a:gridCol w="1790721">
                  <a:extLst>
                    <a:ext uri="{9D8B030D-6E8A-4147-A177-3AD203B41FA5}">
                      <a16:colId xmlns:a16="http://schemas.microsoft.com/office/drawing/2014/main" val="1944557603"/>
                    </a:ext>
                  </a:extLst>
                </a:gridCol>
                <a:gridCol w="1790721">
                  <a:extLst>
                    <a:ext uri="{9D8B030D-6E8A-4147-A177-3AD203B41FA5}">
                      <a16:colId xmlns:a16="http://schemas.microsoft.com/office/drawing/2014/main" val="321280393"/>
                    </a:ext>
                  </a:extLst>
                </a:gridCol>
                <a:gridCol w="1806780">
                  <a:extLst>
                    <a:ext uri="{9D8B030D-6E8A-4147-A177-3AD203B41FA5}">
                      <a16:colId xmlns:a16="http://schemas.microsoft.com/office/drawing/2014/main" val="264638263"/>
                    </a:ext>
                  </a:extLst>
                </a:gridCol>
              </a:tblGrid>
              <a:tr h="19471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Use</a:t>
                      </a:r>
                      <a:r>
                        <a:rPr lang="en-US" sz="950" b="0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Primary recommendation</a:t>
                      </a:r>
                      <a:r>
                        <a:rPr lang="en-US" sz="950" b="0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Notes / fallback</a:t>
                      </a:r>
                      <a:r>
                        <a:rPr lang="en-US" sz="950" b="0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359209"/>
                  </a:ext>
                </a:extLst>
              </a:tr>
              <a:tr h="4834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Logo / custom artwork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Alternate Gothic ATF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Reserved for logo files and designer-built branded treatments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201860"/>
                  </a:ext>
                </a:extLst>
              </a:tr>
              <a:tr h="3441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Headlines in documents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Aptos Bold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Fallback office-safe standard for Word and PowerPoint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397998"/>
                  </a:ext>
                </a:extLst>
              </a:tr>
              <a:tr h="3441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Subheads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Aptos SemiBold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Clean and readable for structured business content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868472"/>
                  </a:ext>
                </a:extLst>
              </a:tr>
              <a:tr h="3441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Body copy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Aptos Regular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Use 10–11 pt in documents and proposals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336106"/>
                  </a:ext>
                </a:extLst>
              </a:tr>
              <a:tr h="3441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Data tables / forms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Aptos 9–10 pt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Keep tables clean and highly legible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6202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E5CCB4-16DE-867B-6406-B87A94FEA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52192"/>
              </p:ext>
            </p:extLst>
          </p:nvPr>
        </p:nvGraphicFramePr>
        <p:xfrm>
          <a:off x="6188159" y="3429000"/>
          <a:ext cx="5388223" cy="2542032"/>
        </p:xfrm>
        <a:graphic>
          <a:graphicData uri="http://schemas.openxmlformats.org/drawingml/2006/table">
            <a:tbl>
              <a:tblPr/>
              <a:tblGrid>
                <a:gridCol w="847406">
                  <a:extLst>
                    <a:ext uri="{9D8B030D-6E8A-4147-A177-3AD203B41FA5}">
                      <a16:colId xmlns:a16="http://schemas.microsoft.com/office/drawing/2014/main" val="1530402212"/>
                    </a:ext>
                  </a:extLst>
                </a:gridCol>
                <a:gridCol w="1183171">
                  <a:extLst>
                    <a:ext uri="{9D8B030D-6E8A-4147-A177-3AD203B41FA5}">
                      <a16:colId xmlns:a16="http://schemas.microsoft.com/office/drawing/2014/main" val="1762086839"/>
                    </a:ext>
                  </a:extLst>
                </a:gridCol>
                <a:gridCol w="1071249">
                  <a:extLst>
                    <a:ext uri="{9D8B030D-6E8A-4147-A177-3AD203B41FA5}">
                      <a16:colId xmlns:a16="http://schemas.microsoft.com/office/drawing/2014/main" val="815404719"/>
                    </a:ext>
                  </a:extLst>
                </a:gridCol>
                <a:gridCol w="1071249">
                  <a:extLst>
                    <a:ext uri="{9D8B030D-6E8A-4147-A177-3AD203B41FA5}">
                      <a16:colId xmlns:a16="http://schemas.microsoft.com/office/drawing/2014/main" val="1868539421"/>
                    </a:ext>
                  </a:extLst>
                </a:gridCol>
                <a:gridCol w="1215148">
                  <a:extLst>
                    <a:ext uri="{9D8B030D-6E8A-4147-A177-3AD203B41FA5}">
                      <a16:colId xmlns:a16="http://schemas.microsoft.com/office/drawing/2014/main" val="959055951"/>
                    </a:ext>
                  </a:extLst>
                </a:gridCol>
              </a:tblGrid>
              <a:tr h="43925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Swatch</a:t>
                      </a:r>
                      <a:r>
                        <a:rPr lang="en-US" sz="950" b="0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Name</a:t>
                      </a:r>
                      <a:r>
                        <a:rPr lang="en-US" sz="950" b="0" i="0" dirty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HEX</a:t>
                      </a:r>
                      <a:r>
                        <a:rPr lang="en-US" sz="950" b="0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RGB</a:t>
                      </a:r>
                      <a:r>
                        <a:rPr lang="en-US" sz="950" b="0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Recommended use</a:t>
                      </a:r>
                      <a:r>
                        <a:rPr lang="en-US" sz="950" b="0" i="0">
                          <a:solidFill>
                            <a:srgbClr val="004569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46098"/>
                  </a:ext>
                </a:extLst>
              </a:tr>
              <a:tr h="61377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1B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Primary Blue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#0061B3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0, 97, 179 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Icon, descriptor line, emphasis, section identifiers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587945"/>
                  </a:ext>
                </a:extLst>
              </a:tr>
              <a:tr h="43817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56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Deep Navy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#004569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0, 69, 105 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Wordmark, titles, anchor color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081983"/>
                  </a:ext>
                </a:extLst>
              </a:tr>
              <a:tr h="43817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8D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Light Blue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#B8DBFF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184, 219, 255 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Highlight shapes, soft accents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966710"/>
                  </a:ext>
                </a:extLst>
              </a:tr>
              <a:tr h="61264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Soft Tint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#EAF3FB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234, 243, 251 </a:t>
                      </a:r>
                      <a:endParaRPr lang="en-US" b="0" i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4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0" i="0" dirty="0">
                          <a:solidFill>
                            <a:srgbClr val="1F2A33"/>
                          </a:solidFill>
                          <a:effectLst/>
                          <a:latin typeface="Aptos" panose="020B0004020202020204" pitchFamily="34" charset="0"/>
                        </a:rPr>
                        <a:t>Panels, background fields, callouts </a:t>
                      </a:r>
                      <a:endParaRPr lang="en-US" b="0" i="0" dirty="0">
                        <a:solidFill>
                          <a:srgbClr val="1F2A33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0798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85E98A-A562-BEB6-D2EB-D9FC58545E4D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BRAND GUIDE</a:t>
            </a:r>
          </a:p>
        </p:txBody>
      </p:sp>
    </p:spTree>
    <p:extLst>
      <p:ext uri="{BB962C8B-B14F-4D97-AF65-F5344CB8AC3E}">
        <p14:creationId xmlns:p14="http://schemas.microsoft.com/office/powerpoint/2010/main" val="1594089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779460-2BC3-FB86-842C-E8E0CB91C745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WEBSITE STRUCTURE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D5496EA-C622-BBBF-8BA0-CCB043438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2050594"/>
              </p:ext>
            </p:extLst>
          </p:nvPr>
        </p:nvGraphicFramePr>
        <p:xfrm>
          <a:off x="1962912" y="978408"/>
          <a:ext cx="8891016" cy="5769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91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49B15-1B4C-1031-6899-AA81CA081601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WEBSITE STRUCTURE - HOME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AE86E-09B8-CF57-5A6E-FA688FFBFD17}"/>
              </a:ext>
            </a:extLst>
          </p:cNvPr>
          <p:cNvSpPr txBox="1"/>
          <p:nvPr/>
        </p:nvSpPr>
        <p:spPr>
          <a:xfrm>
            <a:off x="3938778" y="1706922"/>
            <a:ext cx="4314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Next-Generation Technology Leadership 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1E25CE7-659E-E150-C57C-B52B0026B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72" y="2735382"/>
            <a:ext cx="4314444" cy="282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590F74-6FBF-2183-3ADB-64990B19B5EC}"/>
              </a:ext>
            </a:extLst>
          </p:cNvPr>
          <p:cNvSpPr txBox="1"/>
          <p:nvPr/>
        </p:nvSpPr>
        <p:spPr>
          <a:xfrm>
            <a:off x="6539410" y="2550716"/>
            <a:ext cx="43144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-Carrousel with upcoming events</a:t>
            </a:r>
          </a:p>
          <a:p>
            <a:r>
              <a:rPr lang="en-US" i="1" dirty="0"/>
              <a:t>-Brief overview of what </a:t>
            </a:r>
            <a:r>
              <a:rPr lang="en-US" i="1" dirty="0" err="1"/>
              <a:t>Excigent</a:t>
            </a:r>
            <a:r>
              <a:rPr lang="en-US" i="1" dirty="0"/>
              <a:t> does</a:t>
            </a:r>
          </a:p>
          <a:p>
            <a:r>
              <a:rPr lang="en-US" i="1" dirty="0"/>
              <a:t>-Sign up for communications</a:t>
            </a:r>
          </a:p>
          <a:p>
            <a:r>
              <a:rPr lang="en-US" i="1" dirty="0"/>
              <a:t>	-Full name</a:t>
            </a:r>
          </a:p>
          <a:p>
            <a:r>
              <a:rPr lang="en-US" i="1" dirty="0"/>
              <a:t>	</a:t>
            </a:r>
            <a:r>
              <a:rPr lang="en-US" i="1"/>
              <a:t>-email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4721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FE5FB8-A696-2141-B616-C908322086C0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WEBSITE STRUCTURE – ABOUT 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01531-C688-B098-242C-C5564F7CAE8C}"/>
              </a:ext>
            </a:extLst>
          </p:cNvPr>
          <p:cNvSpPr txBox="1"/>
          <p:nvPr/>
        </p:nvSpPr>
        <p:spPr>
          <a:xfrm>
            <a:off x="1042416" y="2191422"/>
            <a:ext cx="105228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4569"/>
                </a:solidFill>
              </a:rPr>
              <a:t>WHO WE ARE: </a:t>
            </a:r>
            <a:r>
              <a:rPr lang="en-US" sz="1400" i="1" dirty="0"/>
              <a:t>“</a:t>
            </a:r>
            <a:r>
              <a:rPr lang="en-US" sz="1400" i="1" dirty="0" err="1"/>
              <a:t>Excigent</a:t>
            </a:r>
            <a:r>
              <a:rPr lang="en-US" sz="1400" i="1" dirty="0"/>
              <a:t> Tech Partners is a commercial agency and market development partner helping innovative companies expand across North America, Latin America, and the Caribbean through strategy, channel development, market positioning, and disciplined commercial execution.”</a:t>
            </a:r>
          </a:p>
          <a:p>
            <a:endParaRPr lang="en-US" sz="1400" i="1" dirty="0">
              <a:solidFill>
                <a:srgbClr val="0061B3"/>
              </a:solidFill>
            </a:endParaRPr>
          </a:p>
          <a:p>
            <a:r>
              <a:rPr lang="en-US" sz="1400" b="1" dirty="0">
                <a:solidFill>
                  <a:srgbClr val="004569"/>
                </a:solidFill>
              </a:rPr>
              <a:t>WHY COMPANIES ENGAGE US: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Commercial agency and market development focus​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Senior leadership experience across broadband, ICT, and security​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Channel-building orientation, not just transactional representation​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Cross-border market engagement capability across North America, Latin America, and the Caribbean​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Bilingual English- and Spanish-language capability to support cross-border engagement​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Partner-driven model that expands technical and commercial capability​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Disciplined execution supported by market insight and strong industry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35808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F685-A312-B48F-E536-89B354619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99BBF-6447-FCC6-8BF7-078D28CD9DE7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WEBSITE STRUCTURE – ABOUT 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77405-B9E2-E69A-9AEA-8F10AC1B7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72" y="2389237"/>
            <a:ext cx="4244340" cy="238696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AE2FAF-94F4-A26D-1E63-AC757A39CFA2}"/>
              </a:ext>
            </a:extLst>
          </p:cNvPr>
          <p:cNvSpPr txBox="1"/>
          <p:nvPr/>
        </p:nvSpPr>
        <p:spPr>
          <a:xfrm>
            <a:off x="905256" y="1827275"/>
            <a:ext cx="2173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4569"/>
                </a:solidFill>
              </a:rPr>
              <a:t>HOW IS DONE</a:t>
            </a:r>
            <a:r>
              <a:rPr lang="en-US" b="1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9D807-CCD9-6353-FB3D-BE8A72792756}"/>
              </a:ext>
            </a:extLst>
          </p:cNvPr>
          <p:cNvSpPr txBox="1"/>
          <p:nvPr/>
        </p:nvSpPr>
        <p:spPr>
          <a:xfrm>
            <a:off x="6425184" y="1827275"/>
            <a:ext cx="520598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4569"/>
                </a:solidFill>
              </a:rPr>
              <a:t>LEADERSHIP:</a:t>
            </a:r>
          </a:p>
          <a:p>
            <a:endParaRPr lang="en-US" dirty="0">
              <a:solidFill>
                <a:srgbClr val="004569"/>
              </a:solidFill>
            </a:endParaRPr>
          </a:p>
          <a:p>
            <a:r>
              <a:rPr lang="en-US" sz="1600" b="1" dirty="0">
                <a:solidFill>
                  <a:srgbClr val="004569"/>
                </a:solidFill>
              </a:rPr>
              <a:t>Robert Lopez, </a:t>
            </a:r>
            <a:r>
              <a:rPr lang="en-US" sz="1600" dirty="0"/>
              <a:t>Broadband engineering and design leader with 20+ years of experience supporting major network deployments and delivering construction-ready infrastructure solutions.​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4569"/>
                </a:solidFill>
              </a:rPr>
              <a:t>Paul Weintraub, RCDD, RTPM, ESS, TECH, </a:t>
            </a:r>
            <a:r>
              <a:rPr lang="en-US" sz="1600" dirty="0"/>
              <a:t>Digital infrastructure leader with 30+ years of experience across broadband, ICT, data center, security, and communications markets.​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4569"/>
                </a:solidFill>
              </a:rPr>
              <a:t>John Centofanti, </a:t>
            </a:r>
            <a:r>
              <a:rPr lang="en-US" sz="1600" dirty="0"/>
              <a:t>Security industry leader with 30+ years of experience in sales, business development, and program leadership across commercial and public-sector markets.</a:t>
            </a:r>
          </a:p>
          <a:p>
            <a:endParaRPr lang="en-US" sz="1600" dirty="0"/>
          </a:p>
          <a:p>
            <a:pPr algn="r"/>
            <a:r>
              <a:rPr lang="en-US" sz="1600" i="1" dirty="0"/>
              <a:t>Include headshots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0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B5F6B-2A2A-8F0C-D201-30B6BC75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3F8E2-5C01-5897-273E-0A64589D2BF3}"/>
              </a:ext>
            </a:extLst>
          </p:cNvPr>
          <p:cNvSpPr txBox="1"/>
          <p:nvPr/>
        </p:nvSpPr>
        <p:spPr>
          <a:xfrm>
            <a:off x="905256" y="448056"/>
            <a:ext cx="1106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WEBSITE STRUCTURE – TERRITORIES/MARKETS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A0DB3-641D-96CA-39BF-EEC20558B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028" y="2460178"/>
            <a:ext cx="6155436" cy="232373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0074D2-DAE0-9A44-C8A6-27B7919F442B}"/>
              </a:ext>
            </a:extLst>
          </p:cNvPr>
          <p:cNvSpPr txBox="1"/>
          <p:nvPr/>
        </p:nvSpPr>
        <p:spPr>
          <a:xfrm>
            <a:off x="4356354" y="4928616"/>
            <a:ext cx="398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Interactive map highlighting coverage</a:t>
            </a:r>
          </a:p>
        </p:txBody>
      </p:sp>
    </p:spTree>
    <p:extLst>
      <p:ext uri="{BB962C8B-B14F-4D97-AF65-F5344CB8AC3E}">
        <p14:creationId xmlns:p14="http://schemas.microsoft.com/office/powerpoint/2010/main" val="863395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5888-745E-793A-ACDF-1B58D282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7CBD1-8A36-64BB-BEDA-CB3DA66EE4AC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WEBSITE STRUCTURE - 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12F05-24FA-17F8-D301-7C75DEF01528}"/>
              </a:ext>
            </a:extLst>
          </p:cNvPr>
          <p:cNvSpPr txBox="1"/>
          <p:nvPr/>
        </p:nvSpPr>
        <p:spPr>
          <a:xfrm>
            <a:off x="2207514" y="2196607"/>
            <a:ext cx="8500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i="1" dirty="0"/>
              <a:t>“We help principals establish channels, position solutions effectively, and expand visibility through disciplined commercial and market development support.”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51272-46BB-114B-7F6C-2570505F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760" y="3129269"/>
            <a:ext cx="6958479" cy="177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25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B2123-A3BE-6803-48B5-2A9EEB15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A0FC74-E5FB-D0B7-38C9-6190A1C480E9}"/>
              </a:ext>
            </a:extLst>
          </p:cNvPr>
          <p:cNvSpPr txBox="1"/>
          <p:nvPr/>
        </p:nvSpPr>
        <p:spPr>
          <a:xfrm>
            <a:off x="905256" y="448056"/>
            <a:ext cx="8211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4569"/>
                </a:solidFill>
              </a:rPr>
              <a:t>WEBSITE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E6C27-91D1-DFBC-16E2-04B87E5783ED}"/>
              </a:ext>
            </a:extLst>
          </p:cNvPr>
          <p:cNvSpPr txBox="1"/>
          <p:nvPr/>
        </p:nvSpPr>
        <p:spPr>
          <a:xfrm>
            <a:off x="2450592" y="2016512"/>
            <a:ext cx="27980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4569"/>
                </a:solidFill>
              </a:rPr>
              <a:t>MEDIA/PRESS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Upcoming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601E5-D86A-E996-90C6-FB6E05FBFE9D}"/>
              </a:ext>
            </a:extLst>
          </p:cNvPr>
          <p:cNvSpPr txBox="1"/>
          <p:nvPr/>
        </p:nvSpPr>
        <p:spPr>
          <a:xfrm>
            <a:off x="6461760" y="2016512"/>
            <a:ext cx="2798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4569"/>
                </a:solidFill>
              </a:rPr>
              <a:t>CONNECT WITH US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 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media icons</a:t>
            </a:r>
          </a:p>
        </p:txBody>
      </p:sp>
    </p:spTree>
    <p:extLst>
      <p:ext uri="{BB962C8B-B14F-4D97-AF65-F5344CB8AC3E}">
        <p14:creationId xmlns:p14="http://schemas.microsoft.com/office/powerpoint/2010/main" val="348743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595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Alt Gothic ATF</vt:lpstr>
      <vt:lpstr>Aptos</vt:lpstr>
      <vt:lpstr>Aptos Display</vt:lpstr>
      <vt:lpstr>Arial</vt:lpstr>
      <vt:lpstr>Office Theme</vt:lpstr>
      <vt:lpstr>EXCIGENT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Soto</dc:creator>
  <cp:lastModifiedBy>Jennifer Soto</cp:lastModifiedBy>
  <cp:revision>1</cp:revision>
  <dcterms:created xsi:type="dcterms:W3CDTF">2026-05-12T03:27:07Z</dcterms:created>
  <dcterms:modified xsi:type="dcterms:W3CDTF">2026-05-14T17:59:55Z</dcterms:modified>
</cp:coreProperties>
</file>